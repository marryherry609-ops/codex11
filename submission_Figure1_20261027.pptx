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ntestine soft mesenteric field"/>
          <p:cNvSpPr/>
          <p:nvPr/>
        </p:nvSpPr>
        <p:spPr>
          <a:xfrm>
            <a:off x="514350" y="514350"/>
            <a:ext cx="1019175" cy="876300"/>
          </a:xfrm>
          <a:custGeom>
            <a:avLst/>
            <a:gdLst/>
            <a:ahLst/>
            <a:cxnLst/>
            <a:rect l="0" t="0" r="r" b="b"/>
            <a:pathLst>
              <a:path w="1019175" h="876300">
                <a:moveTo>
                  <a:pt x="76200" y="76200"/>
                </a:moveTo>
                <a:cubicBezTo>
                  <a:pt x="276225" y="0"/>
                  <a:pt x="695325" y="19050"/>
                  <a:pt x="904875" y="114300"/>
                </a:cubicBezTo>
                <a:cubicBezTo>
                  <a:pt x="1019175" y="266700"/>
                  <a:pt x="990600" y="561975"/>
                  <a:pt x="857250" y="752475"/>
                </a:cubicBezTo>
                <a:cubicBezTo>
                  <a:pt x="685800" y="876300"/>
                  <a:pt x="314325" y="866775"/>
                  <a:pt x="142875" y="704850"/>
                </a:cubicBezTo>
                <a:cubicBezTo>
                  <a:pt x="28575" y="533400"/>
                  <a:pt x="0" y="266700"/>
                  <a:pt x="76200" y="76200"/>
                </a:cubicBezTo>
                <a:close/>
              </a:path>
            </a:pathLst>
          </a:custGeom>
          <a:gradFill rotWithShape="1">
            <a:gsLst>
              <a:gs pos="0">
                <a:srgbClr val="FEE4D3"/>
              </a:gs>
              <a:gs pos="50000">
                <a:srgbClr val="F9D0BD"/>
              </a:gs>
              <a:gs pos="100000">
                <a:srgbClr val="EFB39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mall bowel smooth coil 01"/>
          <p:cNvSpPr/>
          <p:nvPr/>
        </p:nvSpPr>
        <p:spPr>
          <a:xfrm>
            <a:off x="592924" y="515604"/>
            <a:ext cx="871310" cy="358303"/>
          </a:xfrm>
          <a:custGeom>
            <a:avLst/>
            <a:gdLst/>
            <a:ahLst/>
            <a:cxnLst/>
            <a:rect l="0" t="0" r="r" b="b"/>
            <a:pathLst>
              <a:path w="871310" h="358303">
                <a:moveTo>
                  <a:pt x="82375" y="151378"/>
                </a:moveTo>
                <a:lnTo>
                  <a:pt x="93456" y="144850"/>
                </a:lnTo>
                <a:lnTo>
                  <a:pt x="100736" y="141896"/>
                </a:lnTo>
                <a:lnTo>
                  <a:pt x="107867" y="140100"/>
                </a:lnTo>
                <a:lnTo>
                  <a:pt x="115427" y="139226"/>
                </a:lnTo>
                <a:lnTo>
                  <a:pt x="123869" y="139245"/>
                </a:lnTo>
                <a:lnTo>
                  <a:pt x="133447" y="140226"/>
                </a:lnTo>
                <a:lnTo>
                  <a:pt x="144231" y="142221"/>
                </a:lnTo>
                <a:lnTo>
                  <a:pt x="156186" y="145209"/>
                </a:lnTo>
                <a:lnTo>
                  <a:pt x="169237" y="149098"/>
                </a:lnTo>
                <a:lnTo>
                  <a:pt x="183310" y="153729"/>
                </a:lnTo>
                <a:lnTo>
                  <a:pt x="198354" y="158900"/>
                </a:lnTo>
                <a:lnTo>
                  <a:pt x="214345" y="164379"/>
                </a:lnTo>
                <a:lnTo>
                  <a:pt x="231287" y="169905"/>
                </a:lnTo>
                <a:lnTo>
                  <a:pt x="249204" y="175196"/>
                </a:lnTo>
                <a:lnTo>
                  <a:pt x="268131" y="179940"/>
                </a:lnTo>
                <a:lnTo>
                  <a:pt x="288098" y="183797"/>
                </a:lnTo>
                <a:lnTo>
                  <a:pt x="309112" y="186394"/>
                </a:lnTo>
                <a:lnTo>
                  <a:pt x="329070" y="187307"/>
                </a:lnTo>
                <a:lnTo>
                  <a:pt x="354485" y="187992"/>
                </a:lnTo>
                <a:lnTo>
                  <a:pt x="380212" y="186709"/>
                </a:lnTo>
                <a:lnTo>
                  <a:pt x="404432" y="183596"/>
                </a:lnTo>
                <a:lnTo>
                  <a:pt x="427143" y="178938"/>
                </a:lnTo>
                <a:lnTo>
                  <a:pt x="448361" y="173068"/>
                </a:lnTo>
                <a:lnTo>
                  <a:pt x="468149" y="166344"/>
                </a:lnTo>
                <a:lnTo>
                  <a:pt x="486618" y="159118"/>
                </a:lnTo>
                <a:lnTo>
                  <a:pt x="503918" y="151720"/>
                </a:lnTo>
                <a:lnTo>
                  <a:pt x="520225" y="144435"/>
                </a:lnTo>
                <a:lnTo>
                  <a:pt x="535733" y="137504"/>
                </a:lnTo>
                <a:lnTo>
                  <a:pt x="550640" y="131118"/>
                </a:lnTo>
                <a:lnTo>
                  <a:pt x="565163" y="125421"/>
                </a:lnTo>
                <a:lnTo>
                  <a:pt x="579542" y="120517"/>
                </a:lnTo>
                <a:lnTo>
                  <a:pt x="594059" y="116483"/>
                </a:lnTo>
                <a:lnTo>
                  <a:pt x="609044" y="113393"/>
                </a:lnTo>
                <a:lnTo>
                  <a:pt x="624870" y="111345"/>
                </a:lnTo>
                <a:lnTo>
                  <a:pt x="641933" y="110485"/>
                </a:lnTo>
                <a:lnTo>
                  <a:pt x="662352" y="111104"/>
                </a:lnTo>
                <a:lnTo>
                  <a:pt x="682392" y="111947"/>
                </a:lnTo>
                <a:lnTo>
                  <a:pt x="698421" y="114194"/>
                </a:lnTo>
                <a:lnTo>
                  <a:pt x="712488" y="117631"/>
                </a:lnTo>
                <a:lnTo>
                  <a:pt x="724579" y="121997"/>
                </a:lnTo>
                <a:lnTo>
                  <a:pt x="734703" y="127023"/>
                </a:lnTo>
                <a:lnTo>
                  <a:pt x="742907" y="132433"/>
                </a:lnTo>
                <a:lnTo>
                  <a:pt x="749289" y="137960"/>
                </a:lnTo>
                <a:lnTo>
                  <a:pt x="754006" y="143370"/>
                </a:lnTo>
                <a:lnTo>
                  <a:pt x="757277" y="148497"/>
                </a:lnTo>
                <a:lnTo>
                  <a:pt x="759358" y="153289"/>
                </a:lnTo>
                <a:lnTo>
                  <a:pt x="760493" y="157844"/>
                </a:lnTo>
                <a:lnTo>
                  <a:pt x="760830" y="162404"/>
                </a:lnTo>
                <a:lnTo>
                  <a:pt x="760353" y="167300"/>
                </a:lnTo>
                <a:lnTo>
                  <a:pt x="758848" y="172849"/>
                </a:lnTo>
                <a:lnTo>
                  <a:pt x="755952" y="179251"/>
                </a:lnTo>
                <a:lnTo>
                  <a:pt x="751230" y="186543"/>
                </a:lnTo>
                <a:lnTo>
                  <a:pt x="744264" y="194606"/>
                </a:lnTo>
                <a:lnTo>
                  <a:pt x="733556" y="204146"/>
                </a:lnTo>
                <a:lnTo>
                  <a:pt x="726522" y="209579"/>
                </a:lnTo>
                <a:lnTo>
                  <a:pt x="719860" y="213638"/>
                </a:lnTo>
                <a:lnTo>
                  <a:pt x="712906" y="216954"/>
                </a:lnTo>
                <a:lnTo>
                  <a:pt x="705444" y="219688"/>
                </a:lnTo>
                <a:lnTo>
                  <a:pt x="697313" y="221926"/>
                </a:lnTo>
                <a:lnTo>
                  <a:pt x="688423" y="223718"/>
                </a:lnTo>
                <a:lnTo>
                  <a:pt x="678747" y="225111"/>
                </a:lnTo>
                <a:lnTo>
                  <a:pt x="668300" y="226171"/>
                </a:lnTo>
                <a:lnTo>
                  <a:pt x="657114" y="226993"/>
                </a:lnTo>
                <a:lnTo>
                  <a:pt x="645226" y="227705"/>
                </a:lnTo>
                <a:lnTo>
                  <a:pt x="632665" y="228469"/>
                </a:lnTo>
                <a:lnTo>
                  <a:pt x="619445" y="229484"/>
                </a:lnTo>
                <a:lnTo>
                  <a:pt x="605571" y="230993"/>
                </a:lnTo>
                <a:lnTo>
                  <a:pt x="591052" y="233288"/>
                </a:lnTo>
                <a:lnTo>
                  <a:pt x="575931" y="236718"/>
                </a:lnTo>
                <a:lnTo>
                  <a:pt x="560328" y="241675"/>
                </a:lnTo>
                <a:lnTo>
                  <a:pt x="544496" y="248550"/>
                </a:lnTo>
                <a:lnTo>
                  <a:pt x="531881" y="255759"/>
                </a:lnTo>
                <a:lnTo>
                  <a:pt x="515704" y="270004"/>
                </a:lnTo>
                <a:lnTo>
                  <a:pt x="506209" y="289356"/>
                </a:lnTo>
                <a:lnTo>
                  <a:pt x="504843" y="310868"/>
                </a:lnTo>
                <a:lnTo>
                  <a:pt x="511814" y="331266"/>
                </a:lnTo>
                <a:lnTo>
                  <a:pt x="526059" y="347443"/>
                </a:lnTo>
                <a:lnTo>
                  <a:pt x="545411" y="356937"/>
                </a:lnTo>
                <a:lnTo>
                  <a:pt x="566923" y="358303"/>
                </a:lnTo>
                <a:lnTo>
                  <a:pt x="587321" y="351333"/>
                </a:lnTo>
                <a:lnTo>
                  <a:pt x="587321" y="351333"/>
                </a:lnTo>
                <a:lnTo>
                  <a:pt x="594269" y="347194"/>
                </a:lnTo>
                <a:lnTo>
                  <a:pt x="598960" y="345191"/>
                </a:lnTo>
                <a:lnTo>
                  <a:pt x="604743" y="343386"/>
                </a:lnTo>
                <a:lnTo>
                  <a:pt x="611771" y="341818"/>
                </a:lnTo>
                <a:lnTo>
                  <a:pt x="620068" y="340527"/>
                </a:lnTo>
                <a:lnTo>
                  <a:pt x="629579" y="339508"/>
                </a:lnTo>
                <a:lnTo>
                  <a:pt x="640214" y="338700"/>
                </a:lnTo>
                <a:lnTo>
                  <a:pt x="651880" y="337994"/>
                </a:lnTo>
                <a:lnTo>
                  <a:pt x="664494" y="337236"/>
                </a:lnTo>
                <a:lnTo>
                  <a:pt x="677987" y="336236"/>
                </a:lnTo>
                <a:lnTo>
                  <a:pt x="692295" y="334767"/>
                </a:lnTo>
                <a:lnTo>
                  <a:pt x="707356" y="332574"/>
                </a:lnTo>
                <a:lnTo>
                  <a:pt x="723086" y="329368"/>
                </a:lnTo>
                <a:lnTo>
                  <a:pt x="739358" y="324844"/>
                </a:lnTo>
                <a:lnTo>
                  <a:pt x="755987" y="318700"/>
                </a:lnTo>
                <a:lnTo>
                  <a:pt x="772711" y="310668"/>
                </a:lnTo>
                <a:lnTo>
                  <a:pt x="789219" y="300558"/>
                </a:lnTo>
                <a:lnTo>
                  <a:pt x="804746" y="288645"/>
                </a:lnTo>
                <a:lnTo>
                  <a:pt x="822989" y="272132"/>
                </a:lnTo>
                <a:lnTo>
                  <a:pt x="839466" y="253044"/>
                </a:lnTo>
                <a:lnTo>
                  <a:pt x="852818" y="232402"/>
                </a:lnTo>
                <a:lnTo>
                  <a:pt x="862762" y="210399"/>
                </a:lnTo>
                <a:lnTo>
                  <a:pt x="869002" y="187385"/>
                </a:lnTo>
                <a:lnTo>
                  <a:pt x="871310" y="163877"/>
                </a:lnTo>
                <a:lnTo>
                  <a:pt x="869613" y="140502"/>
                </a:lnTo>
                <a:lnTo>
                  <a:pt x="864029" y="117906"/>
                </a:lnTo>
                <a:lnTo>
                  <a:pt x="854844" y="96645"/>
                </a:lnTo>
                <a:lnTo>
                  <a:pt x="842439" y="77130"/>
                </a:lnTo>
                <a:lnTo>
                  <a:pt x="827208" y="59622"/>
                </a:lnTo>
                <a:lnTo>
                  <a:pt x="809506" y="44270"/>
                </a:lnTo>
                <a:lnTo>
                  <a:pt x="789629" y="31152"/>
                </a:lnTo>
                <a:lnTo>
                  <a:pt x="767810" y="20316"/>
                </a:lnTo>
                <a:lnTo>
                  <a:pt x="744234" y="11800"/>
                </a:lnTo>
                <a:lnTo>
                  <a:pt x="719048" y="5646"/>
                </a:lnTo>
                <a:lnTo>
                  <a:pt x="692375" y="1909"/>
                </a:lnTo>
                <a:lnTo>
                  <a:pt x="666400" y="688"/>
                </a:lnTo>
                <a:lnTo>
                  <a:pt x="640892" y="0"/>
                </a:lnTo>
                <a:lnTo>
                  <a:pt x="615165" y="1282"/>
                </a:lnTo>
                <a:lnTo>
                  <a:pt x="590944" y="4396"/>
                </a:lnTo>
                <a:lnTo>
                  <a:pt x="568234" y="9054"/>
                </a:lnTo>
                <a:lnTo>
                  <a:pt x="547016" y="14924"/>
                </a:lnTo>
                <a:lnTo>
                  <a:pt x="527227" y="21648"/>
                </a:lnTo>
                <a:lnTo>
                  <a:pt x="508759" y="28873"/>
                </a:lnTo>
                <a:lnTo>
                  <a:pt x="491459" y="36272"/>
                </a:lnTo>
                <a:lnTo>
                  <a:pt x="475151" y="43557"/>
                </a:lnTo>
                <a:lnTo>
                  <a:pt x="459644" y="50488"/>
                </a:lnTo>
                <a:lnTo>
                  <a:pt x="444736" y="56874"/>
                </a:lnTo>
                <a:lnTo>
                  <a:pt x="430214" y="62570"/>
                </a:lnTo>
                <a:lnTo>
                  <a:pt x="415835" y="67474"/>
                </a:lnTo>
                <a:lnTo>
                  <a:pt x="401318" y="71508"/>
                </a:lnTo>
                <a:lnTo>
                  <a:pt x="386333" y="74598"/>
                </a:lnTo>
                <a:lnTo>
                  <a:pt x="370507" y="76646"/>
                </a:lnTo>
                <a:lnTo>
                  <a:pt x="353443" y="77507"/>
                </a:lnTo>
                <a:lnTo>
                  <a:pt x="332932" y="76885"/>
                </a:lnTo>
                <a:lnTo>
                  <a:pt x="318312" y="76288"/>
                </a:lnTo>
                <a:lnTo>
                  <a:pt x="305412" y="74672"/>
                </a:lnTo>
                <a:lnTo>
                  <a:pt x="292095" y="72080"/>
                </a:lnTo>
                <a:lnTo>
                  <a:pt x="278325" y="68613"/>
                </a:lnTo>
                <a:lnTo>
                  <a:pt x="264093" y="64398"/>
                </a:lnTo>
                <a:lnTo>
                  <a:pt x="249396" y="59596"/>
                </a:lnTo>
                <a:lnTo>
                  <a:pt x="234219" y="54393"/>
                </a:lnTo>
                <a:lnTo>
                  <a:pt x="218525" y="49001"/>
                </a:lnTo>
                <a:lnTo>
                  <a:pt x="202253" y="43656"/>
                </a:lnTo>
                <a:lnTo>
                  <a:pt x="185311" y="38627"/>
                </a:lnTo>
                <a:lnTo>
                  <a:pt x="167587" y="34227"/>
                </a:lnTo>
                <a:lnTo>
                  <a:pt x="148966" y="30832"/>
                </a:lnTo>
                <a:lnTo>
                  <a:pt x="129374" y="28893"/>
                </a:lnTo>
                <a:lnTo>
                  <a:pt x="108843" y="28932"/>
                </a:lnTo>
                <a:lnTo>
                  <a:pt x="87586" y="31487"/>
                </a:lnTo>
                <a:lnTo>
                  <a:pt x="66018" y="37002"/>
                </a:lnTo>
                <a:lnTo>
                  <a:pt x="44678" y="45709"/>
                </a:lnTo>
                <a:lnTo>
                  <a:pt x="27177" y="55663"/>
                </a:lnTo>
                <a:lnTo>
                  <a:pt x="10964" y="69868"/>
                </a:lnTo>
                <a:lnTo>
                  <a:pt x="1421" y="89196"/>
                </a:lnTo>
                <a:lnTo>
                  <a:pt x="0" y="110704"/>
                </a:lnTo>
                <a:lnTo>
                  <a:pt x="6919" y="131119"/>
                </a:lnTo>
                <a:lnTo>
                  <a:pt x="21123" y="147333"/>
                </a:lnTo>
                <a:lnTo>
                  <a:pt x="40451" y="156876"/>
                </a:lnTo>
                <a:lnTo>
                  <a:pt x="61960" y="158297"/>
                </a:lnTo>
                <a:lnTo>
                  <a:pt x="82375" y="151378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mall bowel smooth coil 01 soft reflected light"/>
          <p:cNvSpPr/>
          <p:nvPr/>
        </p:nvSpPr>
        <p:spPr>
          <a:xfrm>
            <a:off x="639144" y="553643"/>
            <a:ext cx="787049" cy="280321"/>
          </a:xfrm>
          <a:custGeom>
            <a:avLst/>
            <a:gdLst/>
            <a:ahLst/>
            <a:cxnLst/>
            <a:rect l="0" t="0" r="r" b="b"/>
            <a:pathLst>
              <a:path w="787049" h="280321">
                <a:moveTo>
                  <a:pt x="0" y="50647"/>
                </a:moveTo>
                <a:cubicBezTo>
                  <a:pt x="2548" y="49184"/>
                  <a:pt x="9990" y="44457"/>
                  <a:pt x="15286" y="41874"/>
                </a:cubicBezTo>
                <a:cubicBezTo>
                  <a:pt x="20582" y="39292"/>
                  <a:pt x="26263" y="36977"/>
                  <a:pt x="31775" y="35152"/>
                </a:cubicBezTo>
                <a:cubicBezTo>
                  <a:pt x="37288" y="33326"/>
                  <a:pt x="42843" y="31955"/>
                  <a:pt x="48363" y="30920"/>
                </a:cubicBezTo>
                <a:cubicBezTo>
                  <a:pt x="53882" y="29886"/>
                  <a:pt x="59412" y="29277"/>
                  <a:pt x="64894" y="28945"/>
                </a:cubicBezTo>
                <a:cubicBezTo>
                  <a:pt x="70376" y="28612"/>
                  <a:pt x="75838" y="28661"/>
                  <a:pt x="81255" y="28926"/>
                </a:cubicBezTo>
                <a:cubicBezTo>
                  <a:pt x="86671" y="29191"/>
                  <a:pt x="92049" y="29781"/>
                  <a:pt x="97392" y="30534"/>
                </a:cubicBezTo>
                <a:cubicBezTo>
                  <a:pt x="102734" y="31288"/>
                  <a:pt x="108034" y="32309"/>
                  <a:pt x="113309" y="33447"/>
                </a:cubicBezTo>
                <a:cubicBezTo>
                  <a:pt x="118584" y="34584"/>
                  <a:pt x="123820" y="35935"/>
                  <a:pt x="129042" y="37360"/>
                </a:cubicBezTo>
                <a:cubicBezTo>
                  <a:pt x="134265" y="38784"/>
                  <a:pt x="139456" y="40373"/>
                  <a:pt x="144642" y="41995"/>
                </a:cubicBezTo>
                <a:cubicBezTo>
                  <a:pt x="149827" y="43617"/>
                  <a:pt x="154992" y="45358"/>
                  <a:pt x="160155" y="47094"/>
                </a:cubicBezTo>
                <a:cubicBezTo>
                  <a:pt x="165319" y="48829"/>
                  <a:pt x="170470" y="50641"/>
                  <a:pt x="175625" y="52410"/>
                </a:cubicBezTo>
                <a:cubicBezTo>
                  <a:pt x="180779" y="54179"/>
                  <a:pt x="185928" y="55983"/>
                  <a:pt x="191083" y="57708"/>
                </a:cubicBezTo>
                <a:cubicBezTo>
                  <a:pt x="196238" y="59433"/>
                  <a:pt x="201392" y="61153"/>
                  <a:pt x="206554" y="62760"/>
                </a:cubicBezTo>
                <a:cubicBezTo>
                  <a:pt x="211717" y="64366"/>
                  <a:pt x="216882" y="65930"/>
                  <a:pt x="222057" y="67346"/>
                </a:cubicBezTo>
                <a:cubicBezTo>
                  <a:pt x="227233" y="68761"/>
                  <a:pt x="232413" y="70098"/>
                  <a:pt x="237607" y="71254"/>
                </a:cubicBezTo>
                <a:cubicBezTo>
                  <a:pt x="242800" y="72410"/>
                  <a:pt x="248000" y="73451"/>
                  <a:pt x="253219" y="74281"/>
                </a:cubicBezTo>
                <a:cubicBezTo>
                  <a:pt x="258437" y="75112"/>
                  <a:pt x="263557" y="75793"/>
                  <a:pt x="268917" y="76236"/>
                </a:cubicBezTo>
                <a:cubicBezTo>
                  <a:pt x="274277" y="76680"/>
                  <a:pt x="278935" y="76717"/>
                  <a:pt x="285379" y="76942"/>
                </a:cubicBezTo>
                <a:cubicBezTo>
                  <a:pt x="291823" y="77167"/>
                  <a:pt x="300540" y="77646"/>
                  <a:pt x="307582" y="77585"/>
                </a:cubicBezTo>
                <a:cubicBezTo>
                  <a:pt x="314625" y="77525"/>
                  <a:pt x="321172" y="77150"/>
                  <a:pt x="327635" y="76579"/>
                </a:cubicBezTo>
                <a:cubicBezTo>
                  <a:pt x="334097" y="76009"/>
                  <a:pt x="340295" y="75172"/>
                  <a:pt x="346357" y="74164"/>
                </a:cubicBezTo>
                <a:cubicBezTo>
                  <a:pt x="352419" y="73156"/>
                  <a:pt x="358261" y="71916"/>
                  <a:pt x="364007" y="70533"/>
                </a:cubicBezTo>
                <a:cubicBezTo>
                  <a:pt x="369754" y="69150"/>
                  <a:pt x="375324" y="67566"/>
                  <a:pt x="380836" y="65866"/>
                </a:cubicBezTo>
                <a:cubicBezTo>
                  <a:pt x="386348" y="64166"/>
                  <a:pt x="391726" y="62293"/>
                  <a:pt x="397081" y="60334"/>
                </a:cubicBezTo>
                <a:cubicBezTo>
                  <a:pt x="402436" y="58374"/>
                  <a:pt x="407696" y="56269"/>
                  <a:pt x="412965" y="54109"/>
                </a:cubicBezTo>
                <a:cubicBezTo>
                  <a:pt x="418235" y="51950"/>
                  <a:pt x="423445" y="49672"/>
                  <a:pt x="428698" y="47374"/>
                </a:cubicBezTo>
                <a:cubicBezTo>
                  <a:pt x="433951" y="45076"/>
                  <a:pt x="439179" y="42690"/>
                  <a:pt x="444482" y="40321"/>
                </a:cubicBezTo>
                <a:cubicBezTo>
                  <a:pt x="449784" y="37952"/>
                  <a:pt x="455096" y="35527"/>
                  <a:pt x="460513" y="33159"/>
                </a:cubicBezTo>
                <a:cubicBezTo>
                  <a:pt x="465931" y="30790"/>
                  <a:pt x="471391" y="28400"/>
                  <a:pt x="476988" y="26109"/>
                </a:cubicBezTo>
                <a:cubicBezTo>
                  <a:pt x="482585" y="23818"/>
                  <a:pt x="488257" y="21544"/>
                  <a:pt x="494095" y="19411"/>
                </a:cubicBezTo>
                <a:cubicBezTo>
                  <a:pt x="499933" y="17279"/>
                  <a:pt x="505879" y="15204"/>
                  <a:pt x="512017" y="13315"/>
                </a:cubicBezTo>
                <a:cubicBezTo>
                  <a:pt x="518155" y="11426"/>
                  <a:pt x="524431" y="9637"/>
                  <a:pt x="530923" y="8078"/>
                </a:cubicBezTo>
                <a:cubicBezTo>
                  <a:pt x="537415" y="6519"/>
                  <a:pt x="544073" y="5105"/>
                  <a:pt x="550968" y="3961"/>
                </a:cubicBezTo>
                <a:cubicBezTo>
                  <a:pt x="557863" y="2817"/>
                  <a:pt x="564949" y="1863"/>
                  <a:pt x="572293" y="1216"/>
                </a:cubicBezTo>
                <a:cubicBezTo>
                  <a:pt x="579637" y="569"/>
                  <a:pt x="587283" y="158"/>
                  <a:pt x="595031" y="79"/>
                </a:cubicBezTo>
                <a:cubicBezTo>
                  <a:pt x="602779" y="0"/>
                  <a:pt x="610837" y="450"/>
                  <a:pt x="618783" y="743"/>
                </a:cubicBezTo>
                <a:cubicBezTo>
                  <a:pt x="626730" y="1035"/>
                  <a:pt x="634889" y="1115"/>
                  <a:pt x="642710" y="1834"/>
                </a:cubicBezTo>
                <a:cubicBezTo>
                  <a:pt x="650532" y="2553"/>
                  <a:pt x="658320" y="3650"/>
                  <a:pt x="665711" y="5057"/>
                </a:cubicBezTo>
                <a:cubicBezTo>
                  <a:pt x="673103" y="6463"/>
                  <a:pt x="680234" y="8223"/>
                  <a:pt x="687061" y="10273"/>
                </a:cubicBezTo>
                <a:cubicBezTo>
                  <a:pt x="693888" y="12323"/>
                  <a:pt x="700442" y="14705"/>
                  <a:pt x="706675" y="17358"/>
                </a:cubicBezTo>
                <a:cubicBezTo>
                  <a:pt x="712908" y="20010"/>
                  <a:pt x="718853" y="22974"/>
                  <a:pt x="724459" y="26189"/>
                </a:cubicBezTo>
                <a:cubicBezTo>
                  <a:pt x="730065" y="29404"/>
                  <a:pt x="735368" y="32911"/>
                  <a:pt x="740309" y="36648"/>
                </a:cubicBezTo>
                <a:cubicBezTo>
                  <a:pt x="745250" y="40385"/>
                  <a:pt x="749872" y="44394"/>
                  <a:pt x="754105" y="48610"/>
                </a:cubicBezTo>
                <a:cubicBezTo>
                  <a:pt x="758339" y="52826"/>
                  <a:pt x="762233" y="57297"/>
                  <a:pt x="765709" y="61944"/>
                </a:cubicBezTo>
                <a:cubicBezTo>
                  <a:pt x="769185" y="66592"/>
                  <a:pt x="772298" y="71474"/>
                  <a:pt x="774963" y="76495"/>
                </a:cubicBezTo>
                <a:cubicBezTo>
                  <a:pt x="777628" y="81517"/>
                  <a:pt x="779900" y="86749"/>
                  <a:pt x="781697" y="92075"/>
                </a:cubicBezTo>
                <a:cubicBezTo>
                  <a:pt x="783494" y="97400"/>
                  <a:pt x="784867" y="102904"/>
                  <a:pt x="785746" y="108446"/>
                </a:cubicBezTo>
                <a:cubicBezTo>
                  <a:pt x="786626" y="113989"/>
                  <a:pt x="787049" y="119668"/>
                  <a:pt x="786974" y="125330"/>
                </a:cubicBezTo>
                <a:cubicBezTo>
                  <a:pt x="786900" y="130992"/>
                  <a:pt x="786345" y="136738"/>
                  <a:pt x="785297" y="142417"/>
                </a:cubicBezTo>
                <a:cubicBezTo>
                  <a:pt x="784250" y="148097"/>
                  <a:pt x="782711" y="153804"/>
                  <a:pt x="780691" y="159405"/>
                </a:cubicBezTo>
                <a:cubicBezTo>
                  <a:pt x="778671" y="165007"/>
                  <a:pt x="776160" y="170583"/>
                  <a:pt x="773179" y="176026"/>
                </a:cubicBezTo>
                <a:cubicBezTo>
                  <a:pt x="770197" y="181469"/>
                  <a:pt x="766733" y="186843"/>
                  <a:pt x="762804" y="192063"/>
                </a:cubicBezTo>
                <a:cubicBezTo>
                  <a:pt x="758876" y="197283"/>
                  <a:pt x="754415" y="202449"/>
                  <a:pt x="749608" y="207347"/>
                </a:cubicBezTo>
                <a:cubicBezTo>
                  <a:pt x="744802" y="212246"/>
                  <a:pt x="738672" y="217491"/>
                  <a:pt x="733965" y="221455"/>
                </a:cubicBezTo>
                <a:cubicBezTo>
                  <a:pt x="729258" y="225419"/>
                  <a:pt x="725653" y="228181"/>
                  <a:pt x="721368" y="231131"/>
                </a:cubicBezTo>
                <a:cubicBezTo>
                  <a:pt x="717083" y="234081"/>
                  <a:pt x="712668" y="236750"/>
                  <a:pt x="708257" y="239154"/>
                </a:cubicBezTo>
                <a:cubicBezTo>
                  <a:pt x="703847" y="241559"/>
                  <a:pt x="699373" y="243664"/>
                  <a:pt x="694904" y="245559"/>
                </a:cubicBezTo>
                <a:cubicBezTo>
                  <a:pt x="690434" y="247454"/>
                  <a:pt x="685926" y="249076"/>
                  <a:pt x="681438" y="250527"/>
                </a:cubicBezTo>
                <a:cubicBezTo>
                  <a:pt x="676949" y="251977"/>
                  <a:pt x="672446" y="253186"/>
                  <a:pt x="667974" y="254262"/>
                </a:cubicBezTo>
                <a:cubicBezTo>
                  <a:pt x="663502" y="255337"/>
                  <a:pt x="659033" y="256207"/>
                  <a:pt x="654604" y="256980"/>
                </a:cubicBezTo>
                <a:cubicBezTo>
                  <a:pt x="650175" y="257752"/>
                  <a:pt x="645764" y="258356"/>
                  <a:pt x="641401" y="258897"/>
                </a:cubicBezTo>
                <a:cubicBezTo>
                  <a:pt x="637038" y="259438"/>
                  <a:pt x="632703" y="259847"/>
                  <a:pt x="628424" y="260225"/>
                </a:cubicBezTo>
                <a:cubicBezTo>
                  <a:pt x="624145" y="260602"/>
                  <a:pt x="619904" y="260884"/>
                  <a:pt x="615728" y="261164"/>
                </a:cubicBezTo>
                <a:cubicBezTo>
                  <a:pt x="611551" y="261444"/>
                  <a:pt x="607421" y="261661"/>
                  <a:pt x="603364" y="261906"/>
                </a:cubicBezTo>
                <a:cubicBezTo>
                  <a:pt x="599308" y="262151"/>
                  <a:pt x="595306" y="262364"/>
                  <a:pt x="591389" y="262632"/>
                </a:cubicBezTo>
                <a:cubicBezTo>
                  <a:pt x="587472" y="262899"/>
                  <a:pt x="583620" y="263166"/>
                  <a:pt x="579862" y="263511"/>
                </a:cubicBezTo>
                <a:cubicBezTo>
                  <a:pt x="576105" y="263856"/>
                  <a:pt x="572423" y="264228"/>
                  <a:pt x="568846" y="264699"/>
                </a:cubicBezTo>
                <a:cubicBezTo>
                  <a:pt x="565270" y="265170"/>
                  <a:pt x="561780" y="265696"/>
                  <a:pt x="558403" y="266337"/>
                </a:cubicBezTo>
                <a:cubicBezTo>
                  <a:pt x="555025" y="266978"/>
                  <a:pt x="551747" y="267697"/>
                  <a:pt x="548582" y="268547"/>
                </a:cubicBezTo>
                <a:cubicBezTo>
                  <a:pt x="545417" y="269397"/>
                  <a:pt x="542362" y="270343"/>
                  <a:pt x="539411" y="271439"/>
                </a:cubicBezTo>
                <a:cubicBezTo>
                  <a:pt x="536461" y="272535"/>
                  <a:pt x="533783" y="273643"/>
                  <a:pt x="530877" y="275123"/>
                </a:cubicBezTo>
                <a:cubicBezTo>
                  <a:pt x="527970" y="276604"/>
                  <a:pt x="523458" y="279455"/>
                  <a:pt x="521974" y="280321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mall bowel smooth coil 02"/>
          <p:cNvSpPr/>
          <p:nvPr/>
        </p:nvSpPr>
        <p:spPr>
          <a:xfrm>
            <a:off x="541270" y="668984"/>
            <a:ext cx="876852" cy="475658"/>
          </a:xfrm>
          <a:custGeom>
            <a:avLst/>
            <a:gdLst/>
            <a:ahLst/>
            <a:cxnLst/>
            <a:rect l="0" t="0" r="r" b="b"/>
            <a:pathLst>
              <a:path w="876852" h="475658">
                <a:moveTo>
                  <a:pt x="90908" y="11825"/>
                </a:moveTo>
                <a:lnTo>
                  <a:pt x="73308" y="26092"/>
                </a:lnTo>
                <a:lnTo>
                  <a:pt x="55425" y="44686"/>
                </a:lnTo>
                <a:lnTo>
                  <a:pt x="40257" y="64967"/>
                </a:lnTo>
                <a:lnTo>
                  <a:pt x="27745" y="86536"/>
                </a:lnTo>
                <a:lnTo>
                  <a:pt x="17763" y="109052"/>
                </a:lnTo>
                <a:lnTo>
                  <a:pt x="10152" y="132240"/>
                </a:lnTo>
                <a:lnTo>
                  <a:pt x="4751" y="155877"/>
                </a:lnTo>
                <a:lnTo>
                  <a:pt x="1410" y="179784"/>
                </a:lnTo>
                <a:lnTo>
                  <a:pt x="0" y="203805"/>
                </a:lnTo>
                <a:lnTo>
                  <a:pt x="413" y="227802"/>
                </a:lnTo>
                <a:lnTo>
                  <a:pt x="2561" y="251643"/>
                </a:lnTo>
                <a:lnTo>
                  <a:pt x="6377" y="275200"/>
                </a:lnTo>
                <a:lnTo>
                  <a:pt x="11811" y="298346"/>
                </a:lnTo>
                <a:lnTo>
                  <a:pt x="18832" y="320951"/>
                </a:lnTo>
                <a:lnTo>
                  <a:pt x="27427" y="342884"/>
                </a:lnTo>
                <a:lnTo>
                  <a:pt x="37603" y="364004"/>
                </a:lnTo>
                <a:lnTo>
                  <a:pt x="49391" y="384162"/>
                </a:lnTo>
                <a:lnTo>
                  <a:pt x="63436" y="403932"/>
                </a:lnTo>
                <a:lnTo>
                  <a:pt x="78303" y="419765"/>
                </a:lnTo>
                <a:lnTo>
                  <a:pt x="93339" y="432768"/>
                </a:lnTo>
                <a:lnTo>
                  <a:pt x="109396" y="444143"/>
                </a:lnTo>
                <a:lnTo>
                  <a:pt x="126330" y="453862"/>
                </a:lnTo>
                <a:lnTo>
                  <a:pt x="144015" y="461889"/>
                </a:lnTo>
                <a:lnTo>
                  <a:pt x="162336" y="468170"/>
                </a:lnTo>
                <a:lnTo>
                  <a:pt x="181185" y="472629"/>
                </a:lnTo>
                <a:lnTo>
                  <a:pt x="200451" y="475167"/>
                </a:lnTo>
                <a:lnTo>
                  <a:pt x="220009" y="475658"/>
                </a:lnTo>
                <a:lnTo>
                  <a:pt x="239704" y="473950"/>
                </a:lnTo>
                <a:lnTo>
                  <a:pt x="259332" y="469879"/>
                </a:lnTo>
                <a:lnTo>
                  <a:pt x="278626" y="463292"/>
                </a:lnTo>
                <a:lnTo>
                  <a:pt x="297249" y="454074"/>
                </a:lnTo>
                <a:lnTo>
                  <a:pt x="314812" y="442189"/>
                </a:lnTo>
                <a:lnTo>
                  <a:pt x="330912" y="427707"/>
                </a:lnTo>
                <a:lnTo>
                  <a:pt x="345189" y="410798"/>
                </a:lnTo>
                <a:lnTo>
                  <a:pt x="357372" y="391694"/>
                </a:lnTo>
                <a:lnTo>
                  <a:pt x="366574" y="372378"/>
                </a:lnTo>
                <a:lnTo>
                  <a:pt x="373273" y="355953"/>
                </a:lnTo>
                <a:lnTo>
                  <a:pt x="379032" y="342387"/>
                </a:lnTo>
                <a:lnTo>
                  <a:pt x="384561" y="330127"/>
                </a:lnTo>
                <a:lnTo>
                  <a:pt x="389866" y="319256"/>
                </a:lnTo>
                <a:lnTo>
                  <a:pt x="394924" y="309856"/>
                </a:lnTo>
                <a:lnTo>
                  <a:pt x="399682" y="302001"/>
                </a:lnTo>
                <a:lnTo>
                  <a:pt x="404049" y="295736"/>
                </a:lnTo>
                <a:lnTo>
                  <a:pt x="407900" y="291047"/>
                </a:lnTo>
                <a:lnTo>
                  <a:pt x="411112" y="287818"/>
                </a:lnTo>
                <a:lnTo>
                  <a:pt x="413629" y="285798"/>
                </a:lnTo>
                <a:lnTo>
                  <a:pt x="415560" y="284615"/>
                </a:lnTo>
                <a:lnTo>
                  <a:pt x="417262" y="283879"/>
                </a:lnTo>
                <a:lnTo>
                  <a:pt x="419301" y="283331"/>
                </a:lnTo>
                <a:lnTo>
                  <a:pt x="422300" y="282960"/>
                </a:lnTo>
                <a:lnTo>
                  <a:pt x="426757" y="282972"/>
                </a:lnTo>
                <a:lnTo>
                  <a:pt x="432961" y="283677"/>
                </a:lnTo>
                <a:lnTo>
                  <a:pt x="441013" y="285374"/>
                </a:lnTo>
                <a:lnTo>
                  <a:pt x="448509" y="287438"/>
                </a:lnTo>
                <a:lnTo>
                  <a:pt x="456765" y="291367"/>
                </a:lnTo>
                <a:lnTo>
                  <a:pt x="463770" y="295794"/>
                </a:lnTo>
                <a:lnTo>
                  <a:pt x="469667" y="300626"/>
                </a:lnTo>
                <a:lnTo>
                  <a:pt x="475000" y="306123"/>
                </a:lnTo>
                <a:lnTo>
                  <a:pt x="480122" y="312570"/>
                </a:lnTo>
                <a:lnTo>
                  <a:pt x="485235" y="320172"/>
                </a:lnTo>
                <a:lnTo>
                  <a:pt x="490471" y="329013"/>
                </a:lnTo>
                <a:lnTo>
                  <a:pt x="495973" y="339078"/>
                </a:lnTo>
                <a:lnTo>
                  <a:pt x="501942" y="350282"/>
                </a:lnTo>
                <a:lnTo>
                  <a:pt x="508663" y="362498"/>
                </a:lnTo>
                <a:lnTo>
                  <a:pt x="516506" y="375548"/>
                </a:lnTo>
                <a:lnTo>
                  <a:pt x="525921" y="389164"/>
                </a:lnTo>
                <a:lnTo>
                  <a:pt x="537373" y="402936"/>
                </a:lnTo>
                <a:lnTo>
                  <a:pt x="551233" y="416265"/>
                </a:lnTo>
                <a:lnTo>
                  <a:pt x="567641" y="428419"/>
                </a:lnTo>
                <a:lnTo>
                  <a:pt x="586449" y="438710"/>
                </a:lnTo>
                <a:lnTo>
                  <a:pt x="607342" y="446684"/>
                </a:lnTo>
                <a:lnTo>
                  <a:pt x="626057" y="451316"/>
                </a:lnTo>
                <a:lnTo>
                  <a:pt x="647214" y="456950"/>
                </a:lnTo>
                <a:lnTo>
                  <a:pt x="671864" y="460526"/>
                </a:lnTo>
                <a:lnTo>
                  <a:pt x="695959" y="460991"/>
                </a:lnTo>
                <a:lnTo>
                  <a:pt x="719196" y="458486"/>
                </a:lnTo>
                <a:lnTo>
                  <a:pt x="741278" y="453237"/>
                </a:lnTo>
                <a:lnTo>
                  <a:pt x="761961" y="445540"/>
                </a:lnTo>
                <a:lnTo>
                  <a:pt x="781072" y="435723"/>
                </a:lnTo>
                <a:lnTo>
                  <a:pt x="798512" y="424113"/>
                </a:lnTo>
                <a:lnTo>
                  <a:pt x="814238" y="411012"/>
                </a:lnTo>
                <a:lnTo>
                  <a:pt x="828244" y="396683"/>
                </a:lnTo>
                <a:lnTo>
                  <a:pt x="840536" y="381345"/>
                </a:lnTo>
                <a:lnTo>
                  <a:pt x="851119" y="365178"/>
                </a:lnTo>
                <a:lnTo>
                  <a:pt x="859985" y="348324"/>
                </a:lnTo>
                <a:lnTo>
                  <a:pt x="867099" y="330889"/>
                </a:lnTo>
                <a:lnTo>
                  <a:pt x="872384" y="312950"/>
                </a:lnTo>
                <a:lnTo>
                  <a:pt x="875708" y="294556"/>
                </a:lnTo>
                <a:lnTo>
                  <a:pt x="876852" y="275746"/>
                </a:lnTo>
                <a:lnTo>
                  <a:pt x="875915" y="260601"/>
                </a:lnTo>
                <a:lnTo>
                  <a:pt x="870241" y="239805"/>
                </a:lnTo>
                <a:lnTo>
                  <a:pt x="857041" y="222764"/>
                </a:lnTo>
                <a:lnTo>
                  <a:pt x="838324" y="212072"/>
                </a:lnTo>
                <a:lnTo>
                  <a:pt x="816940" y="209356"/>
                </a:lnTo>
                <a:lnTo>
                  <a:pt x="796145" y="215030"/>
                </a:lnTo>
                <a:lnTo>
                  <a:pt x="779104" y="228230"/>
                </a:lnTo>
                <a:lnTo>
                  <a:pt x="768412" y="246947"/>
                </a:lnTo>
                <a:lnTo>
                  <a:pt x="765696" y="268331"/>
                </a:lnTo>
                <a:lnTo>
                  <a:pt x="765696" y="268331"/>
                </a:lnTo>
                <a:lnTo>
                  <a:pt x="766362" y="276054"/>
                </a:lnTo>
                <a:lnTo>
                  <a:pt x="766034" y="281151"/>
                </a:lnTo>
                <a:lnTo>
                  <a:pt x="764905" y="287330"/>
                </a:lnTo>
                <a:lnTo>
                  <a:pt x="762857" y="294259"/>
                </a:lnTo>
                <a:lnTo>
                  <a:pt x="759854" y="301614"/>
                </a:lnTo>
                <a:lnTo>
                  <a:pt x="755919" y="309098"/>
                </a:lnTo>
                <a:lnTo>
                  <a:pt x="751115" y="316446"/>
                </a:lnTo>
                <a:lnTo>
                  <a:pt x="745529" y="323428"/>
                </a:lnTo>
                <a:lnTo>
                  <a:pt x="739266" y="329850"/>
                </a:lnTo>
                <a:lnTo>
                  <a:pt x="732431" y="335561"/>
                </a:lnTo>
                <a:lnTo>
                  <a:pt x="725115" y="340450"/>
                </a:lnTo>
                <a:lnTo>
                  <a:pt x="717372" y="344447"/>
                </a:lnTo>
                <a:lnTo>
                  <a:pt x="709202" y="347506"/>
                </a:lnTo>
                <a:lnTo>
                  <a:pt x="700531" y="349584"/>
                </a:lnTo>
                <a:lnTo>
                  <a:pt x="691210" y="350603"/>
                </a:lnTo>
                <a:lnTo>
                  <a:pt x="681044" y="350418"/>
                </a:lnTo>
                <a:lnTo>
                  <a:pt x="669825" y="348798"/>
                </a:lnTo>
                <a:lnTo>
                  <a:pt x="653604" y="344315"/>
                </a:lnTo>
                <a:lnTo>
                  <a:pt x="639775" y="341062"/>
                </a:lnTo>
                <a:lnTo>
                  <a:pt x="632533" y="338289"/>
                </a:lnTo>
                <a:lnTo>
                  <a:pt x="627089" y="335286"/>
                </a:lnTo>
                <a:lnTo>
                  <a:pt x="622595" y="331911"/>
                </a:lnTo>
                <a:lnTo>
                  <a:pt x="618374" y="327791"/>
                </a:lnTo>
                <a:lnTo>
                  <a:pt x="614039" y="322506"/>
                </a:lnTo>
                <a:lnTo>
                  <a:pt x="609431" y="315773"/>
                </a:lnTo>
                <a:lnTo>
                  <a:pt x="604487" y="307492"/>
                </a:lnTo>
                <a:lnTo>
                  <a:pt x="599124" y="297711"/>
                </a:lnTo>
                <a:lnTo>
                  <a:pt x="593188" y="286567"/>
                </a:lnTo>
                <a:lnTo>
                  <a:pt x="586431" y="274243"/>
                </a:lnTo>
                <a:lnTo>
                  <a:pt x="578526" y="260971"/>
                </a:lnTo>
                <a:lnTo>
                  <a:pt x="569087" y="247046"/>
                </a:lnTo>
                <a:lnTo>
                  <a:pt x="557716" y="232869"/>
                </a:lnTo>
                <a:lnTo>
                  <a:pt x="544087" y="218957"/>
                </a:lnTo>
                <a:lnTo>
                  <a:pt x="528024" y="205908"/>
                </a:lnTo>
                <a:lnTo>
                  <a:pt x="509541" y="194297"/>
                </a:lnTo>
                <a:lnTo>
                  <a:pt x="488252" y="184343"/>
                </a:lnTo>
                <a:lnTo>
                  <a:pt x="468208" y="178283"/>
                </a:lnTo>
                <a:lnTo>
                  <a:pt x="450701" y="174620"/>
                </a:lnTo>
                <a:lnTo>
                  <a:pt x="433186" y="172669"/>
                </a:lnTo>
                <a:lnTo>
                  <a:pt x="415631" y="172672"/>
                </a:lnTo>
                <a:lnTo>
                  <a:pt x="398185" y="174878"/>
                </a:lnTo>
                <a:lnTo>
                  <a:pt x="381210" y="179436"/>
                </a:lnTo>
                <a:lnTo>
                  <a:pt x="365191" y="186274"/>
                </a:lnTo>
                <a:lnTo>
                  <a:pt x="350558" y="195077"/>
                </a:lnTo>
                <a:lnTo>
                  <a:pt x="337530" y="205394"/>
                </a:lnTo>
                <a:lnTo>
                  <a:pt x="326079" y="216796"/>
                </a:lnTo>
                <a:lnTo>
                  <a:pt x="316012" y="228972"/>
                </a:lnTo>
                <a:lnTo>
                  <a:pt x="307067" y="241747"/>
                </a:lnTo>
                <a:lnTo>
                  <a:pt x="298985" y="255049"/>
                </a:lnTo>
                <a:lnTo>
                  <a:pt x="291536" y="268864"/>
                </a:lnTo>
                <a:lnTo>
                  <a:pt x="284529" y="283206"/>
                </a:lnTo>
                <a:lnTo>
                  <a:pt x="277806" y="298100"/>
                </a:lnTo>
                <a:lnTo>
                  <a:pt x="271235" y="313570"/>
                </a:lnTo>
                <a:lnTo>
                  <a:pt x="265386" y="328004"/>
                </a:lnTo>
                <a:lnTo>
                  <a:pt x="260523" y="338513"/>
                </a:lnTo>
                <a:lnTo>
                  <a:pt x="256093" y="345453"/>
                </a:lnTo>
                <a:lnTo>
                  <a:pt x="251483" y="350902"/>
                </a:lnTo>
                <a:lnTo>
                  <a:pt x="246697" y="355193"/>
                </a:lnTo>
                <a:lnTo>
                  <a:pt x="241650" y="358592"/>
                </a:lnTo>
                <a:lnTo>
                  <a:pt x="236212" y="361267"/>
                </a:lnTo>
                <a:lnTo>
                  <a:pt x="230270" y="363280"/>
                </a:lnTo>
                <a:lnTo>
                  <a:pt x="223759" y="364616"/>
                </a:lnTo>
                <a:lnTo>
                  <a:pt x="216689" y="365218"/>
                </a:lnTo>
                <a:lnTo>
                  <a:pt x="209129" y="365019"/>
                </a:lnTo>
                <a:lnTo>
                  <a:pt x="201199" y="363967"/>
                </a:lnTo>
                <a:lnTo>
                  <a:pt x="193047" y="362034"/>
                </a:lnTo>
                <a:lnTo>
                  <a:pt x="184838" y="359217"/>
                </a:lnTo>
                <a:lnTo>
                  <a:pt x="176737" y="355540"/>
                </a:lnTo>
                <a:lnTo>
                  <a:pt x="168905" y="351047"/>
                </a:lnTo>
                <a:lnTo>
                  <a:pt x="161489" y="345799"/>
                </a:lnTo>
                <a:lnTo>
                  <a:pt x="154620" y="339866"/>
                </a:lnTo>
                <a:lnTo>
                  <a:pt x="149425" y="334550"/>
                </a:lnTo>
                <a:lnTo>
                  <a:pt x="142319" y="324392"/>
                </a:lnTo>
                <a:lnTo>
                  <a:pt x="135171" y="312153"/>
                </a:lnTo>
                <a:lnTo>
                  <a:pt x="128724" y="298760"/>
                </a:lnTo>
                <a:lnTo>
                  <a:pt x="123107" y="284415"/>
                </a:lnTo>
                <a:lnTo>
                  <a:pt x="118424" y="269332"/>
                </a:lnTo>
                <a:lnTo>
                  <a:pt x="114761" y="253731"/>
                </a:lnTo>
                <a:lnTo>
                  <a:pt x="112185" y="237836"/>
                </a:lnTo>
                <a:lnTo>
                  <a:pt x="110743" y="221872"/>
                </a:lnTo>
                <a:lnTo>
                  <a:pt x="110467" y="206064"/>
                </a:lnTo>
                <a:lnTo>
                  <a:pt x="111366" y="190633"/>
                </a:lnTo>
                <a:lnTo>
                  <a:pt x="113431" y="175793"/>
                </a:lnTo>
                <a:lnTo>
                  <a:pt x="116631" y="161742"/>
                </a:lnTo>
                <a:lnTo>
                  <a:pt x="120913" y="148652"/>
                </a:lnTo>
                <a:lnTo>
                  <a:pt x="126214" y="136655"/>
                </a:lnTo>
                <a:lnTo>
                  <a:pt x="132475" y="125827"/>
                </a:lnTo>
                <a:lnTo>
                  <a:pt x="139666" y="116180"/>
                </a:lnTo>
                <a:lnTo>
                  <a:pt x="147827" y="107670"/>
                </a:lnTo>
                <a:lnTo>
                  <a:pt x="160053" y="98006"/>
                </a:lnTo>
                <a:lnTo>
                  <a:pt x="173911" y="81496"/>
                </a:lnTo>
                <a:lnTo>
                  <a:pt x="180396" y="60939"/>
                </a:lnTo>
                <a:lnTo>
                  <a:pt x="178521" y="39465"/>
                </a:lnTo>
                <a:lnTo>
                  <a:pt x="168571" y="20343"/>
                </a:lnTo>
                <a:lnTo>
                  <a:pt x="152060" y="6485"/>
                </a:lnTo>
                <a:lnTo>
                  <a:pt x="131503" y="0"/>
                </a:lnTo>
                <a:lnTo>
                  <a:pt x="110030" y="1875"/>
                </a:lnTo>
                <a:lnTo>
                  <a:pt x="90908" y="11825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mall bowel smooth coil 02 soft reflected light"/>
          <p:cNvSpPr/>
          <p:nvPr/>
        </p:nvSpPr>
        <p:spPr>
          <a:xfrm>
            <a:off x="613500" y="737258"/>
            <a:ext cx="732276" cy="335160"/>
          </a:xfrm>
          <a:custGeom>
            <a:avLst/>
            <a:gdLst/>
            <a:ahLst/>
            <a:cxnLst/>
            <a:rect l="0" t="0" r="r" b="b"/>
            <a:pathLst>
              <a:path w="732276" h="335160">
                <a:moveTo>
                  <a:pt x="63967" y="0"/>
                </a:moveTo>
                <a:cubicBezTo>
                  <a:pt x="61621" y="1875"/>
                  <a:pt x="54153" y="7378"/>
                  <a:pt x="49887" y="11252"/>
                </a:cubicBezTo>
                <a:cubicBezTo>
                  <a:pt x="45621" y="15125"/>
                  <a:pt x="41949" y="19024"/>
                  <a:pt x="38372" y="23241"/>
                </a:cubicBezTo>
                <a:cubicBezTo>
                  <a:pt x="34796" y="27459"/>
                  <a:pt x="31489" y="31915"/>
                  <a:pt x="28429" y="36557"/>
                </a:cubicBezTo>
                <a:cubicBezTo>
                  <a:pt x="25369" y="41198"/>
                  <a:pt x="22568" y="46063"/>
                  <a:pt x="20012" y="51090"/>
                </a:cubicBezTo>
                <a:cubicBezTo>
                  <a:pt x="17457" y="56117"/>
                  <a:pt x="15154" y="61350"/>
                  <a:pt x="13096" y="66716"/>
                </a:cubicBezTo>
                <a:cubicBezTo>
                  <a:pt x="11038" y="72083"/>
                  <a:pt x="9230" y="77635"/>
                  <a:pt x="7665" y="83290"/>
                </a:cubicBezTo>
                <a:cubicBezTo>
                  <a:pt x="6100" y="88945"/>
                  <a:pt x="4783" y="94760"/>
                  <a:pt x="3706" y="100648"/>
                </a:cubicBezTo>
                <a:cubicBezTo>
                  <a:pt x="2629" y="106536"/>
                  <a:pt x="1798" y="112556"/>
                  <a:pt x="1201" y="118616"/>
                </a:cubicBezTo>
                <a:cubicBezTo>
                  <a:pt x="604" y="124677"/>
                  <a:pt x="251" y="130839"/>
                  <a:pt x="125" y="137011"/>
                </a:cubicBezTo>
                <a:cubicBezTo>
                  <a:pt x="0" y="143182"/>
                  <a:pt x="114" y="149425"/>
                  <a:pt x="449" y="155644"/>
                </a:cubicBezTo>
                <a:cubicBezTo>
                  <a:pt x="784" y="161863"/>
                  <a:pt x="1353" y="168122"/>
                  <a:pt x="2134" y="174326"/>
                </a:cubicBezTo>
                <a:cubicBezTo>
                  <a:pt x="2916" y="180529"/>
                  <a:pt x="3925" y="186741"/>
                  <a:pt x="5138" y="192864"/>
                </a:cubicBezTo>
                <a:cubicBezTo>
                  <a:pt x="6351" y="198988"/>
                  <a:pt x="7785" y="205088"/>
                  <a:pt x="9412" y="211068"/>
                </a:cubicBezTo>
                <a:cubicBezTo>
                  <a:pt x="11039" y="217049"/>
                  <a:pt x="12879" y="222973"/>
                  <a:pt x="14902" y="228747"/>
                </a:cubicBezTo>
                <a:cubicBezTo>
                  <a:pt x="16924" y="234520"/>
                  <a:pt x="19150" y="240206"/>
                  <a:pt x="21546" y="245709"/>
                </a:cubicBezTo>
                <a:cubicBezTo>
                  <a:pt x="23943" y="251213"/>
                  <a:pt x="26533" y="256596"/>
                  <a:pt x="29280" y="261768"/>
                </a:cubicBezTo>
                <a:cubicBezTo>
                  <a:pt x="32027" y="266940"/>
                  <a:pt x="34987" y="271998"/>
                  <a:pt x="38028" y="276739"/>
                </a:cubicBezTo>
                <a:cubicBezTo>
                  <a:pt x="41070" y="281480"/>
                  <a:pt x="44523" y="286476"/>
                  <a:pt x="47528" y="290213"/>
                </a:cubicBezTo>
                <a:cubicBezTo>
                  <a:pt x="50533" y="293949"/>
                  <a:pt x="53024" y="296272"/>
                  <a:pt x="56060" y="299158"/>
                </a:cubicBezTo>
                <a:cubicBezTo>
                  <a:pt x="59097" y="302044"/>
                  <a:pt x="62400" y="304908"/>
                  <a:pt x="65747" y="307530"/>
                </a:cubicBezTo>
                <a:cubicBezTo>
                  <a:pt x="69094" y="310152"/>
                  <a:pt x="72582" y="312615"/>
                  <a:pt x="76144" y="314892"/>
                </a:cubicBezTo>
                <a:cubicBezTo>
                  <a:pt x="79705" y="317168"/>
                  <a:pt x="83386" y="319276"/>
                  <a:pt x="87116" y="321188"/>
                </a:cubicBezTo>
                <a:cubicBezTo>
                  <a:pt x="90846" y="323100"/>
                  <a:pt x="94673" y="324834"/>
                  <a:pt x="98523" y="326365"/>
                </a:cubicBezTo>
                <a:cubicBezTo>
                  <a:pt x="102374" y="327897"/>
                  <a:pt x="106298" y="329241"/>
                  <a:pt x="110221" y="330377"/>
                </a:cubicBezTo>
                <a:cubicBezTo>
                  <a:pt x="114145" y="331513"/>
                  <a:pt x="118116" y="332454"/>
                  <a:pt x="122063" y="333182"/>
                </a:cubicBezTo>
                <a:cubicBezTo>
                  <a:pt x="126011" y="333910"/>
                  <a:pt x="129981" y="334436"/>
                  <a:pt x="133905" y="334746"/>
                </a:cubicBezTo>
                <a:cubicBezTo>
                  <a:pt x="137828" y="335057"/>
                  <a:pt x="141750" y="335160"/>
                  <a:pt x="145604" y="335046"/>
                </a:cubicBezTo>
                <a:cubicBezTo>
                  <a:pt x="149458" y="334932"/>
                  <a:pt x="153286" y="334606"/>
                  <a:pt x="157030" y="334063"/>
                </a:cubicBezTo>
                <a:cubicBezTo>
                  <a:pt x="160773" y="333519"/>
                  <a:pt x="164468" y="332762"/>
                  <a:pt x="168066" y="331783"/>
                </a:cubicBezTo>
                <a:cubicBezTo>
                  <a:pt x="171663" y="330805"/>
                  <a:pt x="175192" y="329613"/>
                  <a:pt x="178615" y="328192"/>
                </a:cubicBezTo>
                <a:cubicBezTo>
                  <a:pt x="182037" y="326771"/>
                  <a:pt x="185376" y="325136"/>
                  <a:pt x="188601" y="323260"/>
                </a:cubicBezTo>
                <a:cubicBezTo>
                  <a:pt x="191826" y="321383"/>
                  <a:pt x="194957" y="319289"/>
                  <a:pt x="197966" y="316933"/>
                </a:cubicBezTo>
                <a:cubicBezTo>
                  <a:pt x="200976" y="314577"/>
                  <a:pt x="203883" y="311995"/>
                  <a:pt x="206656" y="309126"/>
                </a:cubicBezTo>
                <a:cubicBezTo>
                  <a:pt x="209428" y="306258"/>
                  <a:pt x="212092" y="303146"/>
                  <a:pt x="214601" y="299723"/>
                </a:cubicBezTo>
                <a:cubicBezTo>
                  <a:pt x="217109" y="296300"/>
                  <a:pt x="219461" y="292701"/>
                  <a:pt x="221705" y="288587"/>
                </a:cubicBezTo>
                <a:cubicBezTo>
                  <a:pt x="223950" y="284473"/>
                  <a:pt x="225982" y="279817"/>
                  <a:pt x="228066" y="275039"/>
                </a:cubicBezTo>
                <a:cubicBezTo>
                  <a:pt x="230149" y="270261"/>
                  <a:pt x="232135" y="264908"/>
                  <a:pt x="234207" y="259919"/>
                </a:cubicBezTo>
                <a:cubicBezTo>
                  <a:pt x="236279" y="254930"/>
                  <a:pt x="238398" y="249905"/>
                  <a:pt x="240498" y="245106"/>
                </a:cubicBezTo>
                <a:cubicBezTo>
                  <a:pt x="242599" y="240306"/>
                  <a:pt x="244688" y="235642"/>
                  <a:pt x="246810" y="231120"/>
                </a:cubicBezTo>
                <a:cubicBezTo>
                  <a:pt x="248932" y="226599"/>
                  <a:pt x="251055" y="222215"/>
                  <a:pt x="253229" y="217975"/>
                </a:cubicBezTo>
                <a:cubicBezTo>
                  <a:pt x="255403" y="213736"/>
                  <a:pt x="257594" y="209636"/>
                  <a:pt x="259853" y="205684"/>
                </a:cubicBezTo>
                <a:cubicBezTo>
                  <a:pt x="262113" y="201731"/>
                  <a:pt x="264406" y="197920"/>
                  <a:pt x="266789" y="194261"/>
                </a:cubicBezTo>
                <a:cubicBezTo>
                  <a:pt x="269172" y="190602"/>
                  <a:pt x="271606" y="187085"/>
                  <a:pt x="274154" y="183732"/>
                </a:cubicBezTo>
                <a:cubicBezTo>
                  <a:pt x="276702" y="180378"/>
                  <a:pt x="279321" y="177168"/>
                  <a:pt x="282077" y="174139"/>
                </a:cubicBezTo>
                <a:cubicBezTo>
                  <a:pt x="284832" y="171110"/>
                  <a:pt x="287683" y="168230"/>
                  <a:pt x="290685" y="165557"/>
                </a:cubicBezTo>
                <a:cubicBezTo>
                  <a:pt x="293687" y="162884"/>
                  <a:pt x="296812" y="160374"/>
                  <a:pt x="300087" y="158102"/>
                </a:cubicBezTo>
                <a:cubicBezTo>
                  <a:pt x="303363" y="155831"/>
                  <a:pt x="306783" y="153746"/>
                  <a:pt x="310338" y="151928"/>
                </a:cubicBezTo>
                <a:cubicBezTo>
                  <a:pt x="313893" y="150110"/>
                  <a:pt x="317600" y="148513"/>
                  <a:pt x="321417" y="147195"/>
                </a:cubicBezTo>
                <a:cubicBezTo>
                  <a:pt x="325234" y="145877"/>
                  <a:pt x="329192" y="144812"/>
                  <a:pt x="333239" y="144021"/>
                </a:cubicBezTo>
                <a:cubicBezTo>
                  <a:pt x="337287" y="143229"/>
                  <a:pt x="341451" y="142709"/>
                  <a:pt x="345701" y="142448"/>
                </a:cubicBezTo>
                <a:cubicBezTo>
                  <a:pt x="349951" y="142186"/>
                  <a:pt x="354296" y="142196"/>
                  <a:pt x="358738" y="142450"/>
                </a:cubicBezTo>
                <a:cubicBezTo>
                  <a:pt x="363179" y="142704"/>
                  <a:pt x="367707" y="143220"/>
                  <a:pt x="372350" y="143971"/>
                </a:cubicBezTo>
                <a:cubicBezTo>
                  <a:pt x="376993" y="144722"/>
                  <a:pt x="381602" y="145678"/>
                  <a:pt x="386595" y="146956"/>
                </a:cubicBezTo>
                <a:cubicBezTo>
                  <a:pt x="391589" y="148234"/>
                  <a:pt x="396892" y="149545"/>
                  <a:pt x="402310" y="151637"/>
                </a:cubicBezTo>
                <a:cubicBezTo>
                  <a:pt x="407728" y="153730"/>
                  <a:pt x="413883" y="156678"/>
                  <a:pt x="419103" y="159512"/>
                </a:cubicBezTo>
                <a:cubicBezTo>
                  <a:pt x="424322" y="162347"/>
                  <a:pt x="429113" y="165421"/>
                  <a:pt x="433626" y="168645"/>
                </a:cubicBezTo>
                <a:cubicBezTo>
                  <a:pt x="438139" y="171870"/>
                  <a:pt x="442295" y="175322"/>
                  <a:pt x="446182" y="178859"/>
                </a:cubicBezTo>
                <a:cubicBezTo>
                  <a:pt x="450069" y="182396"/>
                  <a:pt x="453618" y="186115"/>
                  <a:pt x="456949" y="189868"/>
                </a:cubicBezTo>
                <a:cubicBezTo>
                  <a:pt x="460279" y="193621"/>
                  <a:pt x="463303" y="197503"/>
                  <a:pt x="466163" y="201378"/>
                </a:cubicBezTo>
                <a:cubicBezTo>
                  <a:pt x="469024" y="205254"/>
                  <a:pt x="471622" y="209207"/>
                  <a:pt x="474110" y="213121"/>
                </a:cubicBezTo>
                <a:cubicBezTo>
                  <a:pt x="476598" y="217036"/>
                  <a:pt x="478876" y="220984"/>
                  <a:pt x="481094" y="224865"/>
                </a:cubicBezTo>
                <a:cubicBezTo>
                  <a:pt x="483312" y="228747"/>
                  <a:pt x="485373" y="232625"/>
                  <a:pt x="487418" y="236409"/>
                </a:cubicBezTo>
                <a:cubicBezTo>
                  <a:pt x="489463" y="240194"/>
                  <a:pt x="491403" y="243944"/>
                  <a:pt x="493366" y="247575"/>
                </a:cubicBezTo>
                <a:cubicBezTo>
                  <a:pt x="495329" y="251206"/>
                  <a:pt x="497234" y="254771"/>
                  <a:pt x="499197" y="258195"/>
                </a:cubicBezTo>
                <a:cubicBezTo>
                  <a:pt x="501160" y="261620"/>
                  <a:pt x="503107" y="264949"/>
                  <a:pt x="505142" y="268121"/>
                </a:cubicBezTo>
                <a:cubicBezTo>
                  <a:pt x="507177" y="271294"/>
                  <a:pt x="509232" y="274343"/>
                  <a:pt x="511408" y="277229"/>
                </a:cubicBezTo>
                <a:cubicBezTo>
                  <a:pt x="513584" y="280116"/>
                  <a:pt x="515809" y="282857"/>
                  <a:pt x="518198" y="285442"/>
                </a:cubicBezTo>
                <a:cubicBezTo>
                  <a:pt x="520588" y="288027"/>
                  <a:pt x="523053" y="290456"/>
                  <a:pt x="525744" y="292740"/>
                </a:cubicBezTo>
                <a:cubicBezTo>
                  <a:pt x="528436" y="295023"/>
                  <a:pt x="531239" y="297156"/>
                  <a:pt x="534349" y="299143"/>
                </a:cubicBezTo>
                <a:cubicBezTo>
                  <a:pt x="537459" y="301130"/>
                  <a:pt x="540736" y="302980"/>
                  <a:pt x="544404" y="304661"/>
                </a:cubicBezTo>
                <a:cubicBezTo>
                  <a:pt x="548072" y="306342"/>
                  <a:pt x="551777" y="307845"/>
                  <a:pt x="556355" y="309228"/>
                </a:cubicBezTo>
                <a:cubicBezTo>
                  <a:pt x="560933" y="310611"/>
                  <a:pt x="566297" y="311522"/>
                  <a:pt x="571870" y="312957"/>
                </a:cubicBezTo>
                <a:cubicBezTo>
                  <a:pt x="577443" y="314392"/>
                  <a:pt x="584164" y="316641"/>
                  <a:pt x="589794" y="317837"/>
                </a:cubicBezTo>
                <a:cubicBezTo>
                  <a:pt x="595423" y="319032"/>
                  <a:pt x="600509" y="319702"/>
                  <a:pt x="605646" y="320132"/>
                </a:cubicBezTo>
                <a:cubicBezTo>
                  <a:pt x="610784" y="320561"/>
                  <a:pt x="615769" y="320622"/>
                  <a:pt x="620618" y="320413"/>
                </a:cubicBezTo>
                <a:cubicBezTo>
                  <a:pt x="625467" y="320205"/>
                  <a:pt x="630170" y="319666"/>
                  <a:pt x="634740" y="318882"/>
                </a:cubicBezTo>
                <a:cubicBezTo>
                  <a:pt x="639310" y="318098"/>
                  <a:pt x="643740" y="317015"/>
                  <a:pt x="648038" y="315710"/>
                </a:cubicBezTo>
                <a:cubicBezTo>
                  <a:pt x="652335" y="314404"/>
                  <a:pt x="656499" y="312828"/>
                  <a:pt x="660525" y="311050"/>
                </a:cubicBezTo>
                <a:cubicBezTo>
                  <a:pt x="664550" y="309273"/>
                  <a:pt x="668444" y="307248"/>
                  <a:pt x="672189" y="305046"/>
                </a:cubicBezTo>
                <a:cubicBezTo>
                  <a:pt x="675935" y="302844"/>
                  <a:pt x="679547" y="300416"/>
                  <a:pt x="682998" y="297838"/>
                </a:cubicBezTo>
                <a:cubicBezTo>
                  <a:pt x="686450" y="295260"/>
                  <a:pt x="689762" y="292479"/>
                  <a:pt x="692901" y="289578"/>
                </a:cubicBezTo>
                <a:cubicBezTo>
                  <a:pt x="696040" y="286676"/>
                  <a:pt x="699030" y="283596"/>
                  <a:pt x="701835" y="280427"/>
                </a:cubicBezTo>
                <a:cubicBezTo>
                  <a:pt x="704641" y="277258"/>
                  <a:pt x="707285" y="273938"/>
                  <a:pt x="709734" y="270563"/>
                </a:cubicBezTo>
                <a:cubicBezTo>
                  <a:pt x="712184" y="267187"/>
                  <a:pt x="714460" y="263690"/>
                  <a:pt x="716533" y="260172"/>
                </a:cubicBezTo>
                <a:cubicBezTo>
                  <a:pt x="718605" y="256654"/>
                  <a:pt x="720493" y="253047"/>
                  <a:pt x="722169" y="249455"/>
                </a:cubicBezTo>
                <a:cubicBezTo>
                  <a:pt x="723845" y="245863"/>
                  <a:pt x="725326" y="242216"/>
                  <a:pt x="726590" y="238623"/>
                </a:cubicBezTo>
                <a:cubicBezTo>
                  <a:pt x="727854" y="235029"/>
                  <a:pt x="728913" y="231416"/>
                  <a:pt x="729755" y="227896"/>
                </a:cubicBezTo>
                <a:cubicBezTo>
                  <a:pt x="730597" y="224375"/>
                  <a:pt x="731225" y="220872"/>
                  <a:pt x="731641" y="217502"/>
                </a:cubicBezTo>
                <a:cubicBezTo>
                  <a:pt x="732057" y="214132"/>
                  <a:pt x="732276" y="211026"/>
                  <a:pt x="732251" y="207674"/>
                </a:cubicBezTo>
                <a:cubicBezTo>
                  <a:pt x="732226" y="204322"/>
                  <a:pt x="731618" y="199104"/>
                  <a:pt x="731491" y="197390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mall bowel smooth coil 03"/>
          <p:cNvSpPr/>
          <p:nvPr/>
        </p:nvSpPr>
        <p:spPr>
          <a:xfrm>
            <a:off x="698461" y="697805"/>
            <a:ext cx="810416" cy="614202"/>
          </a:xfrm>
          <a:custGeom>
            <a:avLst/>
            <a:gdLst/>
            <a:ahLst/>
            <a:cxnLst/>
            <a:rect l="0" t="0" r="r" b="b"/>
            <a:pathLst>
              <a:path w="810416" h="614202">
                <a:moveTo>
                  <a:pt x="68601" y="10393"/>
                </a:moveTo>
                <a:lnTo>
                  <a:pt x="57250" y="18957"/>
                </a:lnTo>
                <a:lnTo>
                  <a:pt x="44821" y="30454"/>
                </a:lnTo>
                <a:lnTo>
                  <a:pt x="33807" y="43013"/>
                </a:lnTo>
                <a:lnTo>
                  <a:pt x="24255" y="56492"/>
                </a:lnTo>
                <a:lnTo>
                  <a:pt x="16205" y="70765"/>
                </a:lnTo>
                <a:lnTo>
                  <a:pt x="9697" y="85714"/>
                </a:lnTo>
                <a:lnTo>
                  <a:pt x="4783" y="101232"/>
                </a:lnTo>
                <a:lnTo>
                  <a:pt x="1525" y="117210"/>
                </a:lnTo>
                <a:lnTo>
                  <a:pt x="0" y="133533"/>
                </a:lnTo>
                <a:lnTo>
                  <a:pt x="296" y="150068"/>
                </a:lnTo>
                <a:lnTo>
                  <a:pt x="2509" y="166657"/>
                </a:lnTo>
                <a:lnTo>
                  <a:pt x="6727" y="183103"/>
                </a:lnTo>
                <a:lnTo>
                  <a:pt x="13016" y="199170"/>
                </a:lnTo>
                <a:lnTo>
                  <a:pt x="21398" y="214593"/>
                </a:lnTo>
                <a:lnTo>
                  <a:pt x="31837" y="229092"/>
                </a:lnTo>
                <a:lnTo>
                  <a:pt x="44235" y="242398"/>
                </a:lnTo>
                <a:lnTo>
                  <a:pt x="58445" y="254288"/>
                </a:lnTo>
                <a:lnTo>
                  <a:pt x="77975" y="266515"/>
                </a:lnTo>
                <a:lnTo>
                  <a:pt x="102528" y="275068"/>
                </a:lnTo>
                <a:lnTo>
                  <a:pt x="126463" y="278538"/>
                </a:lnTo>
                <a:lnTo>
                  <a:pt x="149649" y="277546"/>
                </a:lnTo>
                <a:lnTo>
                  <a:pt x="171061" y="272917"/>
                </a:lnTo>
                <a:lnTo>
                  <a:pt x="190324" y="265767"/>
                </a:lnTo>
                <a:lnTo>
                  <a:pt x="207604" y="257064"/>
                </a:lnTo>
                <a:lnTo>
                  <a:pt x="223287" y="247497"/>
                </a:lnTo>
                <a:lnTo>
                  <a:pt x="237760" y="237542"/>
                </a:lnTo>
                <a:lnTo>
                  <a:pt x="251329" y="227558"/>
                </a:lnTo>
                <a:lnTo>
                  <a:pt x="264208" y="217850"/>
                </a:lnTo>
                <a:lnTo>
                  <a:pt x="276527" y="208704"/>
                </a:lnTo>
                <a:lnTo>
                  <a:pt x="288344" y="200385"/>
                </a:lnTo>
                <a:lnTo>
                  <a:pt x="299661" y="193130"/>
                </a:lnTo>
                <a:lnTo>
                  <a:pt x="310445" y="187129"/>
                </a:lnTo>
                <a:lnTo>
                  <a:pt x="320661" y="182489"/>
                </a:lnTo>
                <a:lnTo>
                  <a:pt x="330346" y="179222"/>
                </a:lnTo>
                <a:lnTo>
                  <a:pt x="339694" y="177270"/>
                </a:lnTo>
                <a:lnTo>
                  <a:pt x="349545" y="176590"/>
                </a:lnTo>
                <a:lnTo>
                  <a:pt x="363342" y="177314"/>
                </a:lnTo>
                <a:lnTo>
                  <a:pt x="375472" y="179256"/>
                </a:lnTo>
                <a:lnTo>
                  <a:pt x="386319" y="182203"/>
                </a:lnTo>
                <a:lnTo>
                  <a:pt x="396375" y="186059"/>
                </a:lnTo>
                <a:lnTo>
                  <a:pt x="406055" y="190807"/>
                </a:lnTo>
                <a:lnTo>
                  <a:pt x="415670" y="196451"/>
                </a:lnTo>
                <a:lnTo>
                  <a:pt x="425454" y="202969"/>
                </a:lnTo>
                <a:lnTo>
                  <a:pt x="435612" y="210283"/>
                </a:lnTo>
                <a:lnTo>
                  <a:pt x="446368" y="218261"/>
                </a:lnTo>
                <a:lnTo>
                  <a:pt x="458003" y="226708"/>
                </a:lnTo>
                <a:lnTo>
                  <a:pt x="470878" y="235347"/>
                </a:lnTo>
                <a:lnTo>
                  <a:pt x="485419" y="243761"/>
                </a:lnTo>
                <a:lnTo>
                  <a:pt x="502022" y="251318"/>
                </a:lnTo>
                <a:lnTo>
                  <a:pt x="520855" y="257138"/>
                </a:lnTo>
                <a:lnTo>
                  <a:pt x="541617" y="260252"/>
                </a:lnTo>
                <a:lnTo>
                  <a:pt x="563551" y="259956"/>
                </a:lnTo>
                <a:lnTo>
                  <a:pt x="585833" y="256070"/>
                </a:lnTo>
                <a:lnTo>
                  <a:pt x="607229" y="249115"/>
                </a:lnTo>
                <a:lnTo>
                  <a:pt x="620785" y="243042"/>
                </a:lnTo>
                <a:lnTo>
                  <a:pt x="628960" y="240133"/>
                </a:lnTo>
                <a:lnTo>
                  <a:pt x="636561" y="238161"/>
                </a:lnTo>
                <a:lnTo>
                  <a:pt x="643504" y="237044"/>
                </a:lnTo>
                <a:lnTo>
                  <a:pt x="649729" y="236678"/>
                </a:lnTo>
                <a:lnTo>
                  <a:pt x="655216" y="236949"/>
                </a:lnTo>
                <a:lnTo>
                  <a:pt x="659996" y="237742"/>
                </a:lnTo>
                <a:lnTo>
                  <a:pt x="664163" y="238968"/>
                </a:lnTo>
                <a:lnTo>
                  <a:pt x="667863" y="240591"/>
                </a:lnTo>
                <a:lnTo>
                  <a:pt x="671276" y="242656"/>
                </a:lnTo>
                <a:lnTo>
                  <a:pt x="674569" y="245295"/>
                </a:lnTo>
                <a:lnTo>
                  <a:pt x="677857" y="248718"/>
                </a:lnTo>
                <a:lnTo>
                  <a:pt x="681172" y="253171"/>
                </a:lnTo>
                <a:lnTo>
                  <a:pt x="684459" y="258893"/>
                </a:lnTo>
                <a:lnTo>
                  <a:pt x="687593" y="266089"/>
                </a:lnTo>
                <a:lnTo>
                  <a:pt x="690406" y="274909"/>
                </a:lnTo>
                <a:lnTo>
                  <a:pt x="692709" y="285449"/>
                </a:lnTo>
                <a:lnTo>
                  <a:pt x="694740" y="301218"/>
                </a:lnTo>
                <a:lnTo>
                  <a:pt x="698363" y="322063"/>
                </a:lnTo>
                <a:lnTo>
                  <a:pt x="699893" y="339377"/>
                </a:lnTo>
                <a:lnTo>
                  <a:pt x="699993" y="356268"/>
                </a:lnTo>
                <a:lnTo>
                  <a:pt x="698735" y="372653"/>
                </a:lnTo>
                <a:lnTo>
                  <a:pt x="696195" y="388441"/>
                </a:lnTo>
                <a:lnTo>
                  <a:pt x="692446" y="403544"/>
                </a:lnTo>
                <a:lnTo>
                  <a:pt x="687572" y="417867"/>
                </a:lnTo>
                <a:lnTo>
                  <a:pt x="681655" y="431321"/>
                </a:lnTo>
                <a:lnTo>
                  <a:pt x="674786" y="443820"/>
                </a:lnTo>
                <a:lnTo>
                  <a:pt x="667059" y="455285"/>
                </a:lnTo>
                <a:lnTo>
                  <a:pt x="658565" y="465650"/>
                </a:lnTo>
                <a:lnTo>
                  <a:pt x="649396" y="474862"/>
                </a:lnTo>
                <a:lnTo>
                  <a:pt x="639628" y="482882"/>
                </a:lnTo>
                <a:lnTo>
                  <a:pt x="629324" y="489688"/>
                </a:lnTo>
                <a:lnTo>
                  <a:pt x="618515" y="495267"/>
                </a:lnTo>
                <a:lnTo>
                  <a:pt x="607201" y="499606"/>
                </a:lnTo>
                <a:lnTo>
                  <a:pt x="595344" y="502680"/>
                </a:lnTo>
                <a:lnTo>
                  <a:pt x="579721" y="504789"/>
                </a:lnTo>
                <a:lnTo>
                  <a:pt x="559371" y="511897"/>
                </a:lnTo>
                <a:lnTo>
                  <a:pt x="543291" y="526252"/>
                </a:lnTo>
                <a:lnTo>
                  <a:pt x="533928" y="545668"/>
                </a:lnTo>
                <a:lnTo>
                  <a:pt x="532708" y="567189"/>
                </a:lnTo>
                <a:lnTo>
                  <a:pt x="539816" y="587539"/>
                </a:lnTo>
                <a:lnTo>
                  <a:pt x="554171" y="603619"/>
                </a:lnTo>
                <a:lnTo>
                  <a:pt x="573587" y="612982"/>
                </a:lnTo>
                <a:lnTo>
                  <a:pt x="595108" y="614202"/>
                </a:lnTo>
                <a:lnTo>
                  <a:pt x="595108" y="614202"/>
                </a:lnTo>
                <a:lnTo>
                  <a:pt x="616857" y="611055"/>
                </a:lnTo>
                <a:lnTo>
                  <a:pt x="640823" y="604856"/>
                </a:lnTo>
                <a:lnTo>
                  <a:pt x="663647" y="596119"/>
                </a:lnTo>
                <a:lnTo>
                  <a:pt x="685153" y="585036"/>
                </a:lnTo>
                <a:lnTo>
                  <a:pt x="705203" y="571809"/>
                </a:lnTo>
                <a:lnTo>
                  <a:pt x="723694" y="556640"/>
                </a:lnTo>
                <a:lnTo>
                  <a:pt x="740548" y="539723"/>
                </a:lnTo>
                <a:lnTo>
                  <a:pt x="755708" y="521236"/>
                </a:lnTo>
                <a:lnTo>
                  <a:pt x="769124" y="501340"/>
                </a:lnTo>
                <a:lnTo>
                  <a:pt x="780753" y="480184"/>
                </a:lnTo>
                <a:lnTo>
                  <a:pt x="790551" y="457907"/>
                </a:lnTo>
                <a:lnTo>
                  <a:pt x="798471" y="434636"/>
                </a:lnTo>
                <a:lnTo>
                  <a:pt x="804461" y="410498"/>
                </a:lnTo>
                <a:lnTo>
                  <a:pt x="808462" y="385616"/>
                </a:lnTo>
                <a:lnTo>
                  <a:pt x="810416" y="360115"/>
                </a:lnTo>
                <a:lnTo>
                  <a:pt x="810258" y="334121"/>
                </a:lnTo>
                <a:lnTo>
                  <a:pt x="807924" y="307765"/>
                </a:lnTo>
                <a:lnTo>
                  <a:pt x="803939" y="284373"/>
                </a:lnTo>
                <a:lnTo>
                  <a:pt x="801583" y="266624"/>
                </a:lnTo>
                <a:lnTo>
                  <a:pt x="797167" y="246450"/>
                </a:lnTo>
                <a:lnTo>
                  <a:pt x="791065" y="227338"/>
                </a:lnTo>
                <a:lnTo>
                  <a:pt x="783227" y="209367"/>
                </a:lnTo>
                <a:lnTo>
                  <a:pt x="773622" y="192665"/>
                </a:lnTo>
                <a:lnTo>
                  <a:pt x="762261" y="177417"/>
                </a:lnTo>
                <a:lnTo>
                  <a:pt x="749227" y="163845"/>
                </a:lnTo>
                <a:lnTo>
                  <a:pt x="734688" y="152174"/>
                </a:lnTo>
                <a:lnTo>
                  <a:pt x="718897" y="142593"/>
                </a:lnTo>
                <a:lnTo>
                  <a:pt x="702159" y="135217"/>
                </a:lnTo>
                <a:lnTo>
                  <a:pt x="684790" y="130070"/>
                </a:lnTo>
                <a:lnTo>
                  <a:pt x="667074" y="127097"/>
                </a:lnTo>
                <a:lnTo>
                  <a:pt x="649241" y="126189"/>
                </a:lnTo>
                <a:lnTo>
                  <a:pt x="631461" y="127212"/>
                </a:lnTo>
                <a:lnTo>
                  <a:pt x="613851" y="130030"/>
                </a:lnTo>
                <a:lnTo>
                  <a:pt x="596486" y="134523"/>
                </a:lnTo>
                <a:lnTo>
                  <a:pt x="579421" y="140587"/>
                </a:lnTo>
                <a:lnTo>
                  <a:pt x="567600" y="145976"/>
                </a:lnTo>
                <a:lnTo>
                  <a:pt x="558595" y="148990"/>
                </a:lnTo>
                <a:lnTo>
                  <a:pt x="552926" y="149978"/>
                </a:lnTo>
                <a:lnTo>
                  <a:pt x="548986" y="150008"/>
                </a:lnTo>
                <a:lnTo>
                  <a:pt x="545580" y="149450"/>
                </a:lnTo>
                <a:lnTo>
                  <a:pt x="541577" y="148150"/>
                </a:lnTo>
                <a:lnTo>
                  <a:pt x="536304" y="145686"/>
                </a:lnTo>
                <a:lnTo>
                  <a:pt x="529557" y="141726"/>
                </a:lnTo>
                <a:lnTo>
                  <a:pt x="521361" y="136188"/>
                </a:lnTo>
                <a:lnTo>
                  <a:pt x="511767" y="129205"/>
                </a:lnTo>
                <a:lnTo>
                  <a:pt x="500765" y="121046"/>
                </a:lnTo>
                <a:lnTo>
                  <a:pt x="488264" y="112068"/>
                </a:lnTo>
                <a:lnTo>
                  <a:pt x="474115" y="102684"/>
                </a:lnTo>
                <a:lnTo>
                  <a:pt x="458150" y="93368"/>
                </a:lnTo>
                <a:lnTo>
                  <a:pt x="440231" y="84645"/>
                </a:lnTo>
                <a:lnTo>
                  <a:pt x="420298" y="77068"/>
                </a:lnTo>
                <a:lnTo>
                  <a:pt x="398392" y="71170"/>
                </a:lnTo>
                <a:lnTo>
                  <a:pt x="374634" y="67402"/>
                </a:lnTo>
                <a:lnTo>
                  <a:pt x="349034" y="66101"/>
                </a:lnTo>
                <a:lnTo>
                  <a:pt x="324815" y="67786"/>
                </a:lnTo>
                <a:lnTo>
                  <a:pt x="301702" y="72510"/>
                </a:lnTo>
                <a:lnTo>
                  <a:pt x="280375" y="79605"/>
                </a:lnTo>
                <a:lnTo>
                  <a:pt x="260873" y="88383"/>
                </a:lnTo>
                <a:lnTo>
                  <a:pt x="243075" y="98231"/>
                </a:lnTo>
                <a:lnTo>
                  <a:pt x="226791" y="108628"/>
                </a:lnTo>
                <a:lnTo>
                  <a:pt x="211829" y="119137"/>
                </a:lnTo>
                <a:lnTo>
                  <a:pt x="198036" y="129367"/>
                </a:lnTo>
                <a:lnTo>
                  <a:pt x="185312" y="138958"/>
                </a:lnTo>
                <a:lnTo>
                  <a:pt x="173632" y="147566"/>
                </a:lnTo>
                <a:lnTo>
                  <a:pt x="163051" y="154871"/>
                </a:lnTo>
                <a:lnTo>
                  <a:pt x="153719" y="160604"/>
                </a:lnTo>
                <a:lnTo>
                  <a:pt x="145867" y="164615"/>
                </a:lnTo>
                <a:lnTo>
                  <a:pt x="139724" y="166964"/>
                </a:lnTo>
                <a:lnTo>
                  <a:pt x="135298" y="167992"/>
                </a:lnTo>
                <a:lnTo>
                  <a:pt x="132058" y="168189"/>
                </a:lnTo>
                <a:lnTo>
                  <a:pt x="128823" y="167753"/>
                </a:lnTo>
                <a:lnTo>
                  <a:pt x="125304" y="166675"/>
                </a:lnTo>
                <a:lnTo>
                  <a:pt x="124010" y="165354"/>
                </a:lnTo>
                <a:lnTo>
                  <a:pt x="120160" y="162126"/>
                </a:lnTo>
                <a:lnTo>
                  <a:pt x="117203" y="158944"/>
                </a:lnTo>
                <a:lnTo>
                  <a:pt x="114932" y="155777"/>
                </a:lnTo>
                <a:lnTo>
                  <a:pt x="113191" y="152555"/>
                </a:lnTo>
                <a:lnTo>
                  <a:pt x="111885" y="149194"/>
                </a:lnTo>
                <a:lnTo>
                  <a:pt x="110978" y="145622"/>
                </a:lnTo>
                <a:lnTo>
                  <a:pt x="110477" y="141802"/>
                </a:lnTo>
                <a:lnTo>
                  <a:pt x="110410" y="137733"/>
                </a:lnTo>
                <a:lnTo>
                  <a:pt x="110815" y="133452"/>
                </a:lnTo>
                <a:lnTo>
                  <a:pt x="111722" y="129020"/>
                </a:lnTo>
                <a:lnTo>
                  <a:pt x="113148" y="124521"/>
                </a:lnTo>
                <a:lnTo>
                  <a:pt x="115098" y="120042"/>
                </a:lnTo>
                <a:lnTo>
                  <a:pt x="117562" y="115669"/>
                </a:lnTo>
                <a:lnTo>
                  <a:pt x="120524" y="111484"/>
                </a:lnTo>
                <a:lnTo>
                  <a:pt x="123965" y="107553"/>
                </a:lnTo>
                <a:lnTo>
                  <a:pt x="127870" y="103933"/>
                </a:lnTo>
                <a:lnTo>
                  <a:pt x="134678" y="98948"/>
                </a:lnTo>
                <a:lnTo>
                  <a:pt x="149107" y="82934"/>
                </a:lnTo>
                <a:lnTo>
                  <a:pt x="156310" y="62617"/>
                </a:lnTo>
                <a:lnTo>
                  <a:pt x="155189" y="41091"/>
                </a:lnTo>
                <a:lnTo>
                  <a:pt x="145917" y="21632"/>
                </a:lnTo>
                <a:lnTo>
                  <a:pt x="129903" y="7203"/>
                </a:lnTo>
                <a:lnTo>
                  <a:pt x="109586" y="0"/>
                </a:lnTo>
                <a:lnTo>
                  <a:pt x="88060" y="1120"/>
                </a:lnTo>
                <a:lnTo>
                  <a:pt x="68601" y="10393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mall bowel smooth coil 03 soft reflected light"/>
          <p:cNvSpPr/>
          <p:nvPr/>
        </p:nvSpPr>
        <p:spPr>
          <a:xfrm>
            <a:off x="770672" y="766201"/>
            <a:ext cx="700372" cy="508058"/>
          </a:xfrm>
          <a:custGeom>
            <a:avLst/>
            <a:gdLst/>
            <a:ahLst/>
            <a:cxnLst/>
            <a:rect l="0" t="0" r="r" b="b"/>
            <a:pathLst>
              <a:path w="700372" h="508058">
                <a:moveTo>
                  <a:pt x="39670" y="0"/>
                </a:moveTo>
                <a:cubicBezTo>
                  <a:pt x="38275" y="1037"/>
                  <a:pt x="33832" y="4127"/>
                  <a:pt x="31295" y="6220"/>
                </a:cubicBezTo>
                <a:cubicBezTo>
                  <a:pt x="28758" y="8313"/>
                  <a:pt x="26599" y="10350"/>
                  <a:pt x="24449" y="12558"/>
                </a:cubicBezTo>
                <a:cubicBezTo>
                  <a:pt x="22299" y="14765"/>
                  <a:pt x="20277" y="17082"/>
                  <a:pt x="18396" y="19465"/>
                </a:cubicBezTo>
                <a:cubicBezTo>
                  <a:pt x="16514" y="21848"/>
                  <a:pt x="14765" y="24327"/>
                  <a:pt x="13160" y="26857"/>
                </a:cubicBezTo>
                <a:cubicBezTo>
                  <a:pt x="11556" y="29387"/>
                  <a:pt x="10088" y="31998"/>
                  <a:pt x="8769" y="34645"/>
                </a:cubicBezTo>
                <a:cubicBezTo>
                  <a:pt x="7450" y="37291"/>
                  <a:pt x="6272" y="40004"/>
                  <a:pt x="5247" y="42736"/>
                </a:cubicBezTo>
                <a:cubicBezTo>
                  <a:pt x="4221" y="45468"/>
                  <a:pt x="3342" y="48251"/>
                  <a:pt x="2617" y="51037"/>
                </a:cubicBezTo>
                <a:cubicBezTo>
                  <a:pt x="1893" y="53823"/>
                  <a:pt x="1317" y="56643"/>
                  <a:pt x="899" y="59452"/>
                </a:cubicBezTo>
                <a:cubicBezTo>
                  <a:pt x="481" y="62260"/>
                  <a:pt x="215" y="65087"/>
                  <a:pt x="108" y="67888"/>
                </a:cubicBezTo>
                <a:cubicBezTo>
                  <a:pt x="0" y="70689"/>
                  <a:pt x="47" y="73492"/>
                  <a:pt x="253" y="76258"/>
                </a:cubicBezTo>
                <a:cubicBezTo>
                  <a:pt x="460" y="79024"/>
                  <a:pt x="822" y="81777"/>
                  <a:pt x="1345" y="84483"/>
                </a:cubicBezTo>
                <a:cubicBezTo>
                  <a:pt x="1869" y="87189"/>
                  <a:pt x="2549" y="89870"/>
                  <a:pt x="3395" y="92496"/>
                </a:cubicBezTo>
                <a:cubicBezTo>
                  <a:pt x="4240" y="95122"/>
                  <a:pt x="5243" y="97712"/>
                  <a:pt x="6420" y="100241"/>
                </a:cubicBezTo>
                <a:cubicBezTo>
                  <a:pt x="7596" y="102770"/>
                  <a:pt x="8931" y="105254"/>
                  <a:pt x="10452" y="107672"/>
                </a:cubicBezTo>
                <a:cubicBezTo>
                  <a:pt x="11972" y="110090"/>
                  <a:pt x="13657" y="112457"/>
                  <a:pt x="15540" y="114748"/>
                </a:cubicBezTo>
                <a:cubicBezTo>
                  <a:pt x="17424" y="117040"/>
                  <a:pt x="19482" y="119275"/>
                  <a:pt x="21755" y="121424"/>
                </a:cubicBezTo>
                <a:cubicBezTo>
                  <a:pt x="24028" y="123572"/>
                  <a:pt x="26678" y="125756"/>
                  <a:pt x="29179" y="127640"/>
                </a:cubicBezTo>
                <a:cubicBezTo>
                  <a:pt x="31681" y="129523"/>
                  <a:pt x="33704" y="131267"/>
                  <a:pt x="36764" y="132724"/>
                </a:cubicBezTo>
                <a:cubicBezTo>
                  <a:pt x="39825" y="134181"/>
                  <a:pt x="44015" y="135523"/>
                  <a:pt x="47540" y="136380"/>
                </a:cubicBezTo>
                <a:cubicBezTo>
                  <a:pt x="51066" y="137237"/>
                  <a:pt x="54501" y="137695"/>
                  <a:pt x="57917" y="137863"/>
                </a:cubicBezTo>
                <a:cubicBezTo>
                  <a:pt x="61333" y="138032"/>
                  <a:pt x="64637" y="137849"/>
                  <a:pt x="68038" y="137392"/>
                </a:cubicBezTo>
                <a:cubicBezTo>
                  <a:pt x="71439" y="136935"/>
                  <a:pt x="74831" y="136167"/>
                  <a:pt x="78324" y="135121"/>
                </a:cubicBezTo>
                <a:cubicBezTo>
                  <a:pt x="81817" y="134075"/>
                  <a:pt x="85365" y="132722"/>
                  <a:pt x="88994" y="131116"/>
                </a:cubicBezTo>
                <a:cubicBezTo>
                  <a:pt x="92623" y="129510"/>
                  <a:pt x="96327" y="127601"/>
                  <a:pt x="100099" y="125487"/>
                </a:cubicBezTo>
                <a:cubicBezTo>
                  <a:pt x="103870" y="123373"/>
                  <a:pt x="107714" y="120977"/>
                  <a:pt x="111621" y="118431"/>
                </a:cubicBezTo>
                <a:cubicBezTo>
                  <a:pt x="115529" y="115885"/>
                  <a:pt x="119502" y="113095"/>
                  <a:pt x="123545" y="110212"/>
                </a:cubicBezTo>
                <a:cubicBezTo>
                  <a:pt x="127588" y="107328"/>
                  <a:pt x="131692" y="104248"/>
                  <a:pt x="135877" y="101129"/>
                </a:cubicBezTo>
                <a:cubicBezTo>
                  <a:pt x="140062" y="98010"/>
                  <a:pt x="144311" y="94746"/>
                  <a:pt x="148654" y="91498"/>
                </a:cubicBezTo>
                <a:cubicBezTo>
                  <a:pt x="152998" y="88250"/>
                  <a:pt x="157412" y="84909"/>
                  <a:pt x="161939" y="81641"/>
                </a:cubicBezTo>
                <a:cubicBezTo>
                  <a:pt x="166466" y="78373"/>
                  <a:pt x="171074" y="75066"/>
                  <a:pt x="175816" y="71888"/>
                </a:cubicBezTo>
                <a:cubicBezTo>
                  <a:pt x="180557" y="68710"/>
                  <a:pt x="185395" y="65547"/>
                  <a:pt x="190386" y="62575"/>
                </a:cubicBezTo>
                <a:cubicBezTo>
                  <a:pt x="195378" y="59602"/>
                  <a:pt x="200485" y="56699"/>
                  <a:pt x="205764" y="54054"/>
                </a:cubicBezTo>
                <a:cubicBezTo>
                  <a:pt x="211044" y="51409"/>
                  <a:pt x="216461" y="48891"/>
                  <a:pt x="222063" y="46703"/>
                </a:cubicBezTo>
                <a:cubicBezTo>
                  <a:pt x="227664" y="44516"/>
                  <a:pt x="233427" y="42520"/>
                  <a:pt x="239373" y="40929"/>
                </a:cubicBezTo>
                <a:cubicBezTo>
                  <a:pt x="245319" y="39339"/>
                  <a:pt x="251467" y="38013"/>
                  <a:pt x="257738" y="37162"/>
                </a:cubicBezTo>
                <a:cubicBezTo>
                  <a:pt x="264009" y="36311"/>
                  <a:pt x="270201" y="35863"/>
                  <a:pt x="276999" y="35823"/>
                </a:cubicBezTo>
                <a:cubicBezTo>
                  <a:pt x="283798" y="35784"/>
                  <a:pt x="291648" y="36219"/>
                  <a:pt x="298527" y="36925"/>
                </a:cubicBezTo>
                <a:cubicBezTo>
                  <a:pt x="305406" y="37632"/>
                  <a:pt x="311968" y="38727"/>
                  <a:pt x="318274" y="40063"/>
                </a:cubicBezTo>
                <a:cubicBezTo>
                  <a:pt x="324580" y="41399"/>
                  <a:pt x="330595" y="43081"/>
                  <a:pt x="336364" y="44943"/>
                </a:cubicBezTo>
                <a:cubicBezTo>
                  <a:pt x="342134" y="46806"/>
                  <a:pt x="347623" y="48962"/>
                  <a:pt x="352890" y="51237"/>
                </a:cubicBezTo>
                <a:cubicBezTo>
                  <a:pt x="358157" y="53511"/>
                  <a:pt x="363158" y="56021"/>
                  <a:pt x="367966" y="58588"/>
                </a:cubicBezTo>
                <a:cubicBezTo>
                  <a:pt x="372774" y="61155"/>
                  <a:pt x="377337" y="63897"/>
                  <a:pt x="381740" y="66637"/>
                </a:cubicBezTo>
                <a:cubicBezTo>
                  <a:pt x="386143" y="69378"/>
                  <a:pt x="390327" y="72232"/>
                  <a:pt x="394383" y="75032"/>
                </a:cubicBezTo>
                <a:cubicBezTo>
                  <a:pt x="398439" y="77832"/>
                  <a:pt x="402308" y="80687"/>
                  <a:pt x="406076" y="83437"/>
                </a:cubicBezTo>
                <a:cubicBezTo>
                  <a:pt x="409845" y="86187"/>
                  <a:pt x="413457" y="88935"/>
                  <a:pt x="416993" y="91533"/>
                </a:cubicBezTo>
                <a:cubicBezTo>
                  <a:pt x="420529" y="94130"/>
                  <a:pt x="423940" y="96672"/>
                  <a:pt x="427291" y="99021"/>
                </a:cubicBezTo>
                <a:cubicBezTo>
                  <a:pt x="430643" y="101371"/>
                  <a:pt x="433894" y="103612"/>
                  <a:pt x="437102" y="105629"/>
                </a:cubicBezTo>
                <a:cubicBezTo>
                  <a:pt x="440310" y="107646"/>
                  <a:pt x="443435" y="109506"/>
                  <a:pt x="446538" y="111125"/>
                </a:cubicBezTo>
                <a:cubicBezTo>
                  <a:pt x="449641" y="112745"/>
                  <a:pt x="452669" y="114167"/>
                  <a:pt x="455719" y="115347"/>
                </a:cubicBezTo>
                <a:cubicBezTo>
                  <a:pt x="458770" y="116527"/>
                  <a:pt x="461753" y="117490"/>
                  <a:pt x="464839" y="118206"/>
                </a:cubicBezTo>
                <a:cubicBezTo>
                  <a:pt x="467924" y="118923"/>
                  <a:pt x="470976" y="119426"/>
                  <a:pt x="474233" y="119646"/>
                </a:cubicBezTo>
                <a:cubicBezTo>
                  <a:pt x="477490" y="119866"/>
                  <a:pt x="480789" y="119876"/>
                  <a:pt x="484380" y="119524"/>
                </a:cubicBezTo>
                <a:cubicBezTo>
                  <a:pt x="487972" y="119172"/>
                  <a:pt x="491668" y="118597"/>
                  <a:pt x="495781" y="117536"/>
                </a:cubicBezTo>
                <a:cubicBezTo>
                  <a:pt x="499895" y="116476"/>
                  <a:pt x="504778" y="114829"/>
                  <a:pt x="509061" y="113163"/>
                </a:cubicBezTo>
                <a:cubicBezTo>
                  <a:pt x="513344" y="111496"/>
                  <a:pt x="517078" y="109304"/>
                  <a:pt x="521481" y="107537"/>
                </a:cubicBezTo>
                <a:cubicBezTo>
                  <a:pt x="525884" y="105771"/>
                  <a:pt x="530813" y="103995"/>
                  <a:pt x="535479" y="102562"/>
                </a:cubicBezTo>
                <a:cubicBezTo>
                  <a:pt x="540144" y="101129"/>
                  <a:pt x="544820" y="99915"/>
                  <a:pt x="549475" y="98939"/>
                </a:cubicBezTo>
                <a:cubicBezTo>
                  <a:pt x="554129" y="97963"/>
                  <a:pt x="558784" y="97212"/>
                  <a:pt x="563405" y="96707"/>
                </a:cubicBezTo>
                <a:cubicBezTo>
                  <a:pt x="568026" y="96203"/>
                  <a:pt x="572638" y="95929"/>
                  <a:pt x="577199" y="95911"/>
                </a:cubicBezTo>
                <a:cubicBezTo>
                  <a:pt x="581760" y="95894"/>
                  <a:pt x="586301" y="96115"/>
                  <a:pt x="590772" y="96600"/>
                </a:cubicBezTo>
                <a:cubicBezTo>
                  <a:pt x="595243" y="97085"/>
                  <a:pt x="599680" y="97818"/>
                  <a:pt x="604025" y="98821"/>
                </a:cubicBezTo>
                <a:cubicBezTo>
                  <a:pt x="608370" y="99823"/>
                  <a:pt x="612664" y="101084"/>
                  <a:pt x="616839" y="102615"/>
                </a:cubicBezTo>
                <a:cubicBezTo>
                  <a:pt x="621015" y="104146"/>
                  <a:pt x="625119" y="105943"/>
                  <a:pt x="629079" y="108006"/>
                </a:cubicBezTo>
                <a:cubicBezTo>
                  <a:pt x="633039" y="110069"/>
                  <a:pt x="636903" y="112403"/>
                  <a:pt x="640600" y="114994"/>
                </a:cubicBezTo>
                <a:cubicBezTo>
                  <a:pt x="644296" y="117584"/>
                  <a:pt x="647870" y="120444"/>
                  <a:pt x="651259" y="123549"/>
                </a:cubicBezTo>
                <a:cubicBezTo>
                  <a:pt x="654647" y="126653"/>
                  <a:pt x="657888" y="130021"/>
                  <a:pt x="660931" y="133620"/>
                </a:cubicBezTo>
                <a:cubicBezTo>
                  <a:pt x="663973" y="137219"/>
                  <a:pt x="666847" y="141070"/>
                  <a:pt x="669516" y="145143"/>
                </a:cubicBezTo>
                <a:cubicBezTo>
                  <a:pt x="672184" y="149216"/>
                  <a:pt x="674668" y="153529"/>
                  <a:pt x="676941" y="158057"/>
                </a:cubicBezTo>
                <a:cubicBezTo>
                  <a:pt x="679215" y="162585"/>
                  <a:pt x="681293" y="167342"/>
                  <a:pt x="683157" y="172311"/>
                </a:cubicBezTo>
                <a:cubicBezTo>
                  <a:pt x="685020" y="177280"/>
                  <a:pt x="686681" y="182470"/>
                  <a:pt x="688124" y="187872"/>
                </a:cubicBezTo>
                <a:cubicBezTo>
                  <a:pt x="689566" y="193274"/>
                  <a:pt x="690822" y="199070"/>
                  <a:pt x="691811" y="204723"/>
                </a:cubicBezTo>
                <a:cubicBezTo>
                  <a:pt x="692799" y="210375"/>
                  <a:pt x="693037" y="215192"/>
                  <a:pt x="694054" y="221788"/>
                </a:cubicBezTo>
                <a:cubicBezTo>
                  <a:pt x="695071" y="228385"/>
                  <a:pt x="696928" y="236677"/>
                  <a:pt x="697914" y="244302"/>
                </a:cubicBezTo>
                <a:cubicBezTo>
                  <a:pt x="698900" y="251927"/>
                  <a:pt x="699605" y="259856"/>
                  <a:pt x="699971" y="267538"/>
                </a:cubicBezTo>
                <a:cubicBezTo>
                  <a:pt x="700337" y="275219"/>
                  <a:pt x="700372" y="282857"/>
                  <a:pt x="700109" y="290391"/>
                </a:cubicBezTo>
                <a:cubicBezTo>
                  <a:pt x="699846" y="297926"/>
                  <a:pt x="699264" y="305397"/>
                  <a:pt x="698396" y="312748"/>
                </a:cubicBezTo>
                <a:cubicBezTo>
                  <a:pt x="697527" y="320098"/>
                  <a:pt x="696350" y="327365"/>
                  <a:pt x="694898" y="334492"/>
                </a:cubicBezTo>
                <a:cubicBezTo>
                  <a:pt x="693445" y="341620"/>
                  <a:pt x="691696" y="348646"/>
                  <a:pt x="689682" y="355513"/>
                </a:cubicBezTo>
                <a:cubicBezTo>
                  <a:pt x="687668" y="362380"/>
                  <a:pt x="685367" y="369127"/>
                  <a:pt x="682812" y="375697"/>
                </a:cubicBezTo>
                <a:cubicBezTo>
                  <a:pt x="680258" y="382266"/>
                  <a:pt x="677428" y="388696"/>
                  <a:pt x="674353" y="394930"/>
                </a:cubicBezTo>
                <a:cubicBezTo>
                  <a:pt x="671279" y="401164"/>
                  <a:pt x="667940" y="407240"/>
                  <a:pt x="664366" y="413099"/>
                </a:cubicBezTo>
                <a:cubicBezTo>
                  <a:pt x="660793" y="418958"/>
                  <a:pt x="656965" y="424641"/>
                  <a:pt x="652913" y="430086"/>
                </a:cubicBezTo>
                <a:cubicBezTo>
                  <a:pt x="648861" y="435532"/>
                  <a:pt x="644564" y="440781"/>
                  <a:pt x="640053" y="445772"/>
                </a:cubicBezTo>
                <a:cubicBezTo>
                  <a:pt x="635543" y="450762"/>
                  <a:pt x="630798" y="455537"/>
                  <a:pt x="625850" y="460030"/>
                </a:cubicBezTo>
                <a:cubicBezTo>
                  <a:pt x="620903" y="464524"/>
                  <a:pt x="615731" y="468780"/>
                  <a:pt x="610369" y="472733"/>
                </a:cubicBezTo>
                <a:cubicBezTo>
                  <a:pt x="605007" y="476685"/>
                  <a:pt x="599431" y="480378"/>
                  <a:pt x="593681" y="483744"/>
                </a:cubicBezTo>
                <a:cubicBezTo>
                  <a:pt x="587930" y="487110"/>
                  <a:pt x="581977" y="490195"/>
                  <a:pt x="575865" y="492929"/>
                </a:cubicBezTo>
                <a:cubicBezTo>
                  <a:pt x="569754" y="495663"/>
                  <a:pt x="563453" y="498091"/>
                  <a:pt x="557012" y="500148"/>
                </a:cubicBezTo>
                <a:cubicBezTo>
                  <a:pt x="550572" y="502205"/>
                  <a:pt x="543794" y="503951"/>
                  <a:pt x="537224" y="505269"/>
                </a:cubicBezTo>
                <a:cubicBezTo>
                  <a:pt x="530653" y="506588"/>
                  <a:pt x="520861" y="507593"/>
                  <a:pt x="517588" y="508058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mall bowel smooth coil 04"/>
          <p:cNvSpPr/>
          <p:nvPr/>
        </p:nvSpPr>
        <p:spPr>
          <a:xfrm>
            <a:off x="640119" y="1078230"/>
            <a:ext cx="653188" cy="291276"/>
          </a:xfrm>
          <a:custGeom>
            <a:avLst/>
            <a:gdLst/>
            <a:ahLst/>
            <a:cxnLst/>
            <a:rect l="0" t="0" r="r" b="b"/>
            <a:pathLst>
              <a:path w="653188" h="291276">
                <a:moveTo>
                  <a:pt x="3412" y="83987"/>
                </a:moveTo>
                <a:lnTo>
                  <a:pt x="10963" y="104249"/>
                </a:lnTo>
                <a:lnTo>
                  <a:pt x="20433" y="125207"/>
                </a:lnTo>
                <a:lnTo>
                  <a:pt x="31163" y="145036"/>
                </a:lnTo>
                <a:lnTo>
                  <a:pt x="43122" y="163673"/>
                </a:lnTo>
                <a:lnTo>
                  <a:pt x="56276" y="181046"/>
                </a:lnTo>
                <a:lnTo>
                  <a:pt x="70591" y="197079"/>
                </a:lnTo>
                <a:lnTo>
                  <a:pt x="86028" y="211685"/>
                </a:lnTo>
                <a:lnTo>
                  <a:pt x="102539" y="224765"/>
                </a:lnTo>
                <a:lnTo>
                  <a:pt x="120067" y="236213"/>
                </a:lnTo>
                <a:lnTo>
                  <a:pt x="138536" y="245917"/>
                </a:lnTo>
                <a:lnTo>
                  <a:pt x="157851" y="253759"/>
                </a:lnTo>
                <a:lnTo>
                  <a:pt x="177892" y="259627"/>
                </a:lnTo>
                <a:lnTo>
                  <a:pt x="198513" y="263419"/>
                </a:lnTo>
                <a:lnTo>
                  <a:pt x="219551" y="265054"/>
                </a:lnTo>
                <a:lnTo>
                  <a:pt x="240828" y="264480"/>
                </a:lnTo>
                <a:lnTo>
                  <a:pt x="262164" y="261671"/>
                </a:lnTo>
                <a:lnTo>
                  <a:pt x="283390" y="256635"/>
                </a:lnTo>
                <a:lnTo>
                  <a:pt x="302425" y="250133"/>
                </a:lnTo>
                <a:lnTo>
                  <a:pt x="321192" y="243039"/>
                </a:lnTo>
                <a:lnTo>
                  <a:pt x="340653" y="232697"/>
                </a:lnTo>
                <a:lnTo>
                  <a:pt x="357687" y="220548"/>
                </a:lnTo>
                <a:lnTo>
                  <a:pt x="372222" y="207244"/>
                </a:lnTo>
                <a:lnTo>
                  <a:pt x="384408" y="193448"/>
                </a:lnTo>
                <a:lnTo>
                  <a:pt x="394560" y="179726"/>
                </a:lnTo>
                <a:lnTo>
                  <a:pt x="403061" y="166519"/>
                </a:lnTo>
                <a:lnTo>
                  <a:pt x="410280" y="154175"/>
                </a:lnTo>
                <a:lnTo>
                  <a:pt x="416525" y="142991"/>
                </a:lnTo>
                <a:lnTo>
                  <a:pt x="422009" y="133250"/>
                </a:lnTo>
                <a:lnTo>
                  <a:pt x="426835" y="125224"/>
                </a:lnTo>
                <a:lnTo>
                  <a:pt x="430968" y="119144"/>
                </a:lnTo>
                <a:lnTo>
                  <a:pt x="434249" y="115100"/>
                </a:lnTo>
                <a:lnTo>
                  <a:pt x="436499" y="112890"/>
                </a:lnTo>
                <a:lnTo>
                  <a:pt x="437807" y="111917"/>
                </a:lnTo>
                <a:lnTo>
                  <a:pt x="438876" y="111386"/>
                </a:lnTo>
                <a:lnTo>
                  <a:pt x="441019" y="110834"/>
                </a:lnTo>
                <a:lnTo>
                  <a:pt x="445546" y="110489"/>
                </a:lnTo>
                <a:lnTo>
                  <a:pt x="449858" y="110813"/>
                </a:lnTo>
                <a:lnTo>
                  <a:pt x="451729" y="111335"/>
                </a:lnTo>
                <a:lnTo>
                  <a:pt x="452910" y="111957"/>
                </a:lnTo>
                <a:lnTo>
                  <a:pt x="454612" y="113279"/>
                </a:lnTo>
                <a:lnTo>
                  <a:pt x="457346" y="116116"/>
                </a:lnTo>
                <a:lnTo>
                  <a:pt x="461042" y="120990"/>
                </a:lnTo>
                <a:lnTo>
                  <a:pt x="465434" y="128024"/>
                </a:lnTo>
                <a:lnTo>
                  <a:pt x="470302" y="137078"/>
                </a:lnTo>
                <a:lnTo>
                  <a:pt x="475552" y="147899"/>
                </a:lnTo>
                <a:lnTo>
                  <a:pt x="481201" y="160205"/>
                </a:lnTo>
                <a:lnTo>
                  <a:pt x="487359" y="173730"/>
                </a:lnTo>
                <a:lnTo>
                  <a:pt x="494201" y="188223"/>
                </a:lnTo>
                <a:lnTo>
                  <a:pt x="501961" y="203448"/>
                </a:lnTo>
                <a:lnTo>
                  <a:pt x="510921" y="219166"/>
                </a:lnTo>
                <a:lnTo>
                  <a:pt x="521400" y="235106"/>
                </a:lnTo>
                <a:lnTo>
                  <a:pt x="533733" y="250938"/>
                </a:lnTo>
                <a:lnTo>
                  <a:pt x="548230" y="266244"/>
                </a:lnTo>
                <a:lnTo>
                  <a:pt x="562428" y="278377"/>
                </a:lnTo>
                <a:lnTo>
                  <a:pt x="581279" y="288831"/>
                </a:lnTo>
                <a:lnTo>
                  <a:pt x="602695" y="291276"/>
                </a:lnTo>
                <a:lnTo>
                  <a:pt x="623417" y="285338"/>
                </a:lnTo>
                <a:lnTo>
                  <a:pt x="640289" y="271923"/>
                </a:lnTo>
                <a:lnTo>
                  <a:pt x="650743" y="253072"/>
                </a:lnTo>
                <a:lnTo>
                  <a:pt x="653188" y="231656"/>
                </a:lnTo>
                <a:lnTo>
                  <a:pt x="647250" y="210934"/>
                </a:lnTo>
                <a:lnTo>
                  <a:pt x="633835" y="194062"/>
                </a:lnTo>
                <a:lnTo>
                  <a:pt x="633835" y="194062"/>
                </a:lnTo>
                <a:lnTo>
                  <a:pt x="624158" y="185976"/>
                </a:lnTo>
                <a:lnTo>
                  <a:pt x="617583" y="178985"/>
                </a:lnTo>
                <a:lnTo>
                  <a:pt x="611274" y="170835"/>
                </a:lnTo>
                <a:lnTo>
                  <a:pt x="605169" y="161499"/>
                </a:lnTo>
                <a:lnTo>
                  <a:pt x="599231" y="151039"/>
                </a:lnTo>
                <a:lnTo>
                  <a:pt x="593406" y="139578"/>
                </a:lnTo>
                <a:lnTo>
                  <a:pt x="587604" y="127266"/>
                </a:lnTo>
                <a:lnTo>
                  <a:pt x="581685" y="114261"/>
                </a:lnTo>
                <a:lnTo>
                  <a:pt x="575455" y="100703"/>
                </a:lnTo>
                <a:lnTo>
                  <a:pt x="568648" y="86718"/>
                </a:lnTo>
                <a:lnTo>
                  <a:pt x="560911" y="72417"/>
                </a:lnTo>
                <a:lnTo>
                  <a:pt x="551776" y="57938"/>
                </a:lnTo>
                <a:lnTo>
                  <a:pt x="540652" y="43534"/>
                </a:lnTo>
                <a:lnTo>
                  <a:pt x="526900" y="29718"/>
                </a:lnTo>
                <a:lnTo>
                  <a:pt x="510078" y="17406"/>
                </a:lnTo>
                <a:lnTo>
                  <a:pt x="490324" y="7804"/>
                </a:lnTo>
                <a:lnTo>
                  <a:pt x="468478" y="1904"/>
                </a:lnTo>
                <a:lnTo>
                  <a:pt x="445917" y="0"/>
                </a:lnTo>
                <a:lnTo>
                  <a:pt x="423734" y="1704"/>
                </a:lnTo>
                <a:lnTo>
                  <a:pt x="402597" y="7022"/>
                </a:lnTo>
                <a:lnTo>
                  <a:pt x="383365" y="15770"/>
                </a:lnTo>
                <a:lnTo>
                  <a:pt x="366900" y="27076"/>
                </a:lnTo>
                <a:lnTo>
                  <a:pt x="353455" y="39732"/>
                </a:lnTo>
                <a:lnTo>
                  <a:pt x="342667" y="52729"/>
                </a:lnTo>
                <a:lnTo>
                  <a:pt x="333907" y="65454"/>
                </a:lnTo>
                <a:lnTo>
                  <a:pt x="326565" y="77585"/>
                </a:lnTo>
                <a:lnTo>
                  <a:pt x="320157" y="88942"/>
                </a:lnTo>
                <a:lnTo>
                  <a:pt x="314331" y="99386"/>
                </a:lnTo>
                <a:lnTo>
                  <a:pt x="308854" y="108786"/>
                </a:lnTo>
                <a:lnTo>
                  <a:pt x="303580" y="117030"/>
                </a:lnTo>
                <a:lnTo>
                  <a:pt x="298429" y="124053"/>
                </a:lnTo>
                <a:lnTo>
                  <a:pt x="293332" y="129885"/>
                </a:lnTo>
                <a:lnTo>
                  <a:pt x="288154" y="134681"/>
                </a:lnTo>
                <a:lnTo>
                  <a:pt x="282594" y="138691"/>
                </a:lnTo>
                <a:lnTo>
                  <a:pt x="276129" y="142156"/>
                </a:lnTo>
                <a:lnTo>
                  <a:pt x="265187" y="146107"/>
                </a:lnTo>
                <a:lnTo>
                  <a:pt x="252493" y="150553"/>
                </a:lnTo>
                <a:lnTo>
                  <a:pt x="242105" y="153017"/>
                </a:lnTo>
                <a:lnTo>
                  <a:pt x="232064" y="154338"/>
                </a:lnTo>
                <a:lnTo>
                  <a:pt x="222316" y="154599"/>
                </a:lnTo>
                <a:lnTo>
                  <a:pt x="212800" y="153856"/>
                </a:lnTo>
                <a:lnTo>
                  <a:pt x="203454" y="152135"/>
                </a:lnTo>
                <a:lnTo>
                  <a:pt x="194234" y="149431"/>
                </a:lnTo>
                <a:lnTo>
                  <a:pt x="185111" y="145723"/>
                </a:lnTo>
                <a:lnTo>
                  <a:pt x="176083" y="140976"/>
                </a:lnTo>
                <a:lnTo>
                  <a:pt x="167173" y="135152"/>
                </a:lnTo>
                <a:lnTo>
                  <a:pt x="158421" y="128215"/>
                </a:lnTo>
                <a:lnTo>
                  <a:pt x="149888" y="120138"/>
                </a:lnTo>
                <a:lnTo>
                  <a:pt x="141645" y="110901"/>
                </a:lnTo>
                <a:lnTo>
                  <a:pt x="133769" y="100497"/>
                </a:lnTo>
                <a:lnTo>
                  <a:pt x="126345" y="88925"/>
                </a:lnTo>
                <a:lnTo>
                  <a:pt x="119457" y="76194"/>
                </a:lnTo>
                <a:lnTo>
                  <a:pt x="113188" y="62319"/>
                </a:lnTo>
                <a:lnTo>
                  <a:pt x="107001" y="45552"/>
                </a:lnTo>
                <a:lnTo>
                  <a:pt x="95704" y="27194"/>
                </a:lnTo>
                <a:lnTo>
                  <a:pt x="78242" y="14556"/>
                </a:lnTo>
                <a:lnTo>
                  <a:pt x="57273" y="9563"/>
                </a:lnTo>
                <a:lnTo>
                  <a:pt x="35989" y="12975"/>
                </a:lnTo>
                <a:lnTo>
                  <a:pt x="17631" y="24272"/>
                </a:lnTo>
                <a:lnTo>
                  <a:pt x="4993" y="41734"/>
                </a:lnTo>
                <a:lnTo>
                  <a:pt x="0" y="62703"/>
                </a:lnTo>
                <a:lnTo>
                  <a:pt x="3412" y="83987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mall bowel smooth coil 04 soft reflected light"/>
          <p:cNvSpPr/>
          <p:nvPr/>
        </p:nvSpPr>
        <p:spPr>
          <a:xfrm>
            <a:off x="711381" y="1116328"/>
            <a:ext cx="537937" cy="185053"/>
          </a:xfrm>
          <a:custGeom>
            <a:avLst/>
            <a:gdLst/>
            <a:ahLst/>
            <a:cxnLst/>
            <a:rect l="0" t="0" r="r" b="b"/>
            <a:pathLst>
              <a:path w="537937" h="185053">
                <a:moveTo>
                  <a:pt x="0" y="20714"/>
                </a:moveTo>
                <a:cubicBezTo>
                  <a:pt x="1110" y="23710"/>
                  <a:pt x="4319" y="32971"/>
                  <a:pt x="6658" y="38687"/>
                </a:cubicBezTo>
                <a:cubicBezTo>
                  <a:pt x="8996" y="44402"/>
                  <a:pt x="11433" y="49756"/>
                  <a:pt x="14031" y="55006"/>
                </a:cubicBezTo>
                <a:cubicBezTo>
                  <a:pt x="16628" y="60255"/>
                  <a:pt x="19378" y="65321"/>
                  <a:pt x="22245" y="70185"/>
                </a:cubicBezTo>
                <a:cubicBezTo>
                  <a:pt x="25112" y="75050"/>
                  <a:pt x="28119" y="79725"/>
                  <a:pt x="31233" y="84195"/>
                </a:cubicBezTo>
                <a:cubicBezTo>
                  <a:pt x="34348" y="88664"/>
                  <a:pt x="37591" y="92938"/>
                  <a:pt x="40930" y="97003"/>
                </a:cubicBezTo>
                <a:cubicBezTo>
                  <a:pt x="44269" y="101068"/>
                  <a:pt x="47726" y="104933"/>
                  <a:pt x="51268" y="108584"/>
                </a:cubicBezTo>
                <a:cubicBezTo>
                  <a:pt x="54810" y="112236"/>
                  <a:pt x="58459" y="115683"/>
                  <a:pt x="62183" y="118914"/>
                </a:cubicBezTo>
                <a:cubicBezTo>
                  <a:pt x="65906" y="122145"/>
                  <a:pt x="69726" y="125166"/>
                  <a:pt x="73611" y="127970"/>
                </a:cubicBezTo>
                <a:cubicBezTo>
                  <a:pt x="77497" y="130773"/>
                  <a:pt x="81467" y="133364"/>
                  <a:pt x="85495" y="135735"/>
                </a:cubicBezTo>
                <a:cubicBezTo>
                  <a:pt x="89523" y="138105"/>
                  <a:pt x="93626" y="140260"/>
                  <a:pt x="97780" y="142192"/>
                </a:cubicBezTo>
                <a:cubicBezTo>
                  <a:pt x="101934" y="144124"/>
                  <a:pt x="106154" y="145838"/>
                  <a:pt x="110419" y="147326"/>
                </a:cubicBezTo>
                <a:cubicBezTo>
                  <a:pt x="114685" y="148814"/>
                  <a:pt x="119008" y="150083"/>
                  <a:pt x="123373" y="151121"/>
                </a:cubicBezTo>
                <a:cubicBezTo>
                  <a:pt x="127737" y="152160"/>
                  <a:pt x="132153" y="152976"/>
                  <a:pt x="136608" y="153557"/>
                </a:cubicBezTo>
                <a:cubicBezTo>
                  <a:pt x="141062" y="154138"/>
                  <a:pt x="145563" y="154494"/>
                  <a:pt x="150099" y="154608"/>
                </a:cubicBezTo>
                <a:cubicBezTo>
                  <a:pt x="154636" y="154721"/>
                  <a:pt x="159214" y="154606"/>
                  <a:pt x="163825" y="154238"/>
                </a:cubicBezTo>
                <a:cubicBezTo>
                  <a:pt x="168435" y="153871"/>
                  <a:pt x="173086" y="153269"/>
                  <a:pt x="177763" y="152405"/>
                </a:cubicBezTo>
                <a:cubicBezTo>
                  <a:pt x="182440" y="151540"/>
                  <a:pt x="187055" y="150471"/>
                  <a:pt x="191889" y="149053"/>
                </a:cubicBezTo>
                <a:cubicBezTo>
                  <a:pt x="196724" y="147636"/>
                  <a:pt x="202018" y="145596"/>
                  <a:pt x="206772" y="143897"/>
                </a:cubicBezTo>
                <a:cubicBezTo>
                  <a:pt x="211526" y="142199"/>
                  <a:pt x="216315" y="140675"/>
                  <a:pt x="220413" y="138863"/>
                </a:cubicBezTo>
                <a:cubicBezTo>
                  <a:pt x="224511" y="137051"/>
                  <a:pt x="227950" y="135134"/>
                  <a:pt x="231362" y="133025"/>
                </a:cubicBezTo>
                <a:cubicBezTo>
                  <a:pt x="234773" y="130916"/>
                  <a:pt x="237893" y="128632"/>
                  <a:pt x="240880" y="126207"/>
                </a:cubicBezTo>
                <a:cubicBezTo>
                  <a:pt x="243868" y="123782"/>
                  <a:pt x="246628" y="121194"/>
                  <a:pt x="249287" y="118476"/>
                </a:cubicBezTo>
                <a:cubicBezTo>
                  <a:pt x="251945" y="115757"/>
                  <a:pt x="254426" y="112882"/>
                  <a:pt x="256829" y="109896"/>
                </a:cubicBezTo>
                <a:cubicBezTo>
                  <a:pt x="259232" y="106911"/>
                  <a:pt x="261495" y="103777"/>
                  <a:pt x="263706" y="100562"/>
                </a:cubicBezTo>
                <a:cubicBezTo>
                  <a:pt x="265916" y="97347"/>
                  <a:pt x="268015" y="94001"/>
                  <a:pt x="270093" y="90606"/>
                </a:cubicBezTo>
                <a:cubicBezTo>
                  <a:pt x="272170" y="87210"/>
                  <a:pt x="274163" y="83709"/>
                  <a:pt x="276171" y="80190"/>
                </a:cubicBezTo>
                <a:cubicBezTo>
                  <a:pt x="278179" y="76671"/>
                  <a:pt x="280131" y="73074"/>
                  <a:pt x="282141" y="69491"/>
                </a:cubicBezTo>
                <a:cubicBezTo>
                  <a:pt x="284151" y="65908"/>
                  <a:pt x="286137" y="62277"/>
                  <a:pt x="288231" y="58691"/>
                </a:cubicBezTo>
                <a:cubicBezTo>
                  <a:pt x="290325" y="55106"/>
                  <a:pt x="292432" y="51501"/>
                  <a:pt x="294705" y="47976"/>
                </a:cubicBezTo>
                <a:cubicBezTo>
                  <a:pt x="296977" y="44452"/>
                  <a:pt x="299308" y="40934"/>
                  <a:pt x="301868" y="37544"/>
                </a:cubicBezTo>
                <a:cubicBezTo>
                  <a:pt x="304428" y="34154"/>
                  <a:pt x="307102" y="30796"/>
                  <a:pt x="310066" y="27636"/>
                </a:cubicBezTo>
                <a:cubicBezTo>
                  <a:pt x="313029" y="24476"/>
                  <a:pt x="316179" y="21382"/>
                  <a:pt x="319649" y="18584"/>
                </a:cubicBezTo>
                <a:cubicBezTo>
                  <a:pt x="323119" y="15785"/>
                  <a:pt x="326851" y="13118"/>
                  <a:pt x="330885" y="10843"/>
                </a:cubicBezTo>
                <a:cubicBezTo>
                  <a:pt x="334918" y="8567"/>
                  <a:pt x="339259" y="6527"/>
                  <a:pt x="343850" y="4929"/>
                </a:cubicBezTo>
                <a:cubicBezTo>
                  <a:pt x="348442" y="3331"/>
                  <a:pt x="353322" y="2074"/>
                  <a:pt x="358435" y="1255"/>
                </a:cubicBezTo>
                <a:cubicBezTo>
                  <a:pt x="363547" y="437"/>
                  <a:pt x="369133" y="0"/>
                  <a:pt x="374526" y="21"/>
                </a:cubicBezTo>
                <a:cubicBezTo>
                  <a:pt x="379919" y="41"/>
                  <a:pt x="385588" y="479"/>
                  <a:pt x="390791" y="1379"/>
                </a:cubicBezTo>
                <a:cubicBezTo>
                  <a:pt x="395995" y="2280"/>
                  <a:pt x="401029" y="3666"/>
                  <a:pt x="405746" y="5424"/>
                </a:cubicBezTo>
                <a:cubicBezTo>
                  <a:pt x="410463" y="7182"/>
                  <a:pt x="414934" y="9424"/>
                  <a:pt x="419093" y="11928"/>
                </a:cubicBezTo>
                <a:cubicBezTo>
                  <a:pt x="423251" y="14432"/>
                  <a:pt x="427105" y="17357"/>
                  <a:pt x="430698" y="20448"/>
                </a:cubicBezTo>
                <a:cubicBezTo>
                  <a:pt x="434291" y="23540"/>
                  <a:pt x="437564" y="26952"/>
                  <a:pt x="440649" y="30476"/>
                </a:cubicBezTo>
                <a:cubicBezTo>
                  <a:pt x="443734" y="34000"/>
                  <a:pt x="446533" y="37755"/>
                  <a:pt x="449210" y="41593"/>
                </a:cubicBezTo>
                <a:cubicBezTo>
                  <a:pt x="451887" y="45431"/>
                  <a:pt x="454334" y="49436"/>
                  <a:pt x="456709" y="53503"/>
                </a:cubicBezTo>
                <a:cubicBezTo>
                  <a:pt x="459083" y="57570"/>
                  <a:pt x="461286" y="61763"/>
                  <a:pt x="463456" y="65994"/>
                </a:cubicBezTo>
                <a:cubicBezTo>
                  <a:pt x="465625" y="70225"/>
                  <a:pt x="467676" y="74551"/>
                  <a:pt x="469725" y="78888"/>
                </a:cubicBezTo>
                <a:cubicBezTo>
                  <a:pt x="471775" y="83224"/>
                  <a:pt x="473750" y="87628"/>
                  <a:pt x="475756" y="92013"/>
                </a:cubicBezTo>
                <a:cubicBezTo>
                  <a:pt x="477761" y="96398"/>
                  <a:pt x="479730" y="100823"/>
                  <a:pt x="481757" y="105198"/>
                </a:cubicBezTo>
                <a:cubicBezTo>
                  <a:pt x="483784" y="109573"/>
                  <a:pt x="485809" y="113958"/>
                  <a:pt x="487918" y="118262"/>
                </a:cubicBezTo>
                <a:cubicBezTo>
                  <a:pt x="490027" y="122566"/>
                  <a:pt x="492165" y="126850"/>
                  <a:pt x="494410" y="131022"/>
                </a:cubicBezTo>
                <a:cubicBezTo>
                  <a:pt x="496656" y="135194"/>
                  <a:pt x="498959" y="139315"/>
                  <a:pt x="501391" y="143296"/>
                </a:cubicBezTo>
                <a:cubicBezTo>
                  <a:pt x="503823" y="147277"/>
                  <a:pt x="506338" y="151174"/>
                  <a:pt x="509005" y="154910"/>
                </a:cubicBezTo>
                <a:cubicBezTo>
                  <a:pt x="511672" y="158646"/>
                  <a:pt x="514443" y="162267"/>
                  <a:pt x="517392" y="165711"/>
                </a:cubicBezTo>
                <a:cubicBezTo>
                  <a:pt x="520341" y="169154"/>
                  <a:pt x="523276" y="172347"/>
                  <a:pt x="526700" y="175570"/>
                </a:cubicBezTo>
                <a:cubicBezTo>
                  <a:pt x="530124" y="178794"/>
                  <a:pt x="536064" y="183472"/>
                  <a:pt x="537937" y="185053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mall bowel shallow fold 00"/>
          <p:cNvSpPr/>
          <p:nvPr/>
        </p:nvSpPr>
        <p:spPr>
          <a:xfrm>
            <a:off x="685800" y="628650"/>
            <a:ext cx="28575" cy="76200"/>
          </a:xfrm>
          <a:custGeom>
            <a:avLst/>
            <a:gdLst/>
            <a:ahLst/>
            <a:cxnLst/>
            <a:rect l="0" t="0" r="r" b="b"/>
            <a:pathLst>
              <a:path w="28575" h="76200">
                <a:moveTo>
                  <a:pt x="9525" y="0"/>
                </a:moveTo>
                <a:cubicBezTo>
                  <a:pt x="0" y="28575"/>
                  <a:pt x="9525" y="57150"/>
                  <a:pt x="28575" y="7620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mall bowel shallow fold 01"/>
          <p:cNvSpPr/>
          <p:nvPr/>
        </p:nvSpPr>
        <p:spPr>
          <a:xfrm>
            <a:off x="952500" y="619125"/>
            <a:ext cx="38100" cy="66675"/>
          </a:xfrm>
          <a:custGeom>
            <a:avLst/>
            <a:gdLst/>
            <a:ahLst/>
            <a:cxnLst/>
            <a:rect l="0" t="0" r="r" b="b"/>
            <a:pathLst>
              <a:path w="38100" h="66675">
                <a:moveTo>
                  <a:pt x="0" y="0"/>
                </a:moveTo>
                <a:cubicBezTo>
                  <a:pt x="0" y="28575"/>
                  <a:pt x="9525" y="57150"/>
                  <a:pt x="38100" y="666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mall bowel shallow fold 02"/>
          <p:cNvSpPr/>
          <p:nvPr/>
        </p:nvSpPr>
        <p:spPr>
          <a:xfrm>
            <a:off x="1266825" y="590550"/>
            <a:ext cx="19050" cy="85725"/>
          </a:xfrm>
          <a:custGeom>
            <a:avLst/>
            <a:gdLst/>
            <a:ahLst/>
            <a:cxnLst/>
            <a:rect l="0" t="0" r="r" b="b"/>
            <a:pathLst>
              <a:path w="19050" h="85725">
                <a:moveTo>
                  <a:pt x="19050" y="0"/>
                </a:moveTo>
                <a:cubicBezTo>
                  <a:pt x="0" y="28575"/>
                  <a:pt x="0" y="57150"/>
                  <a:pt x="19050" y="857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mall bowel shallow fold 03"/>
          <p:cNvSpPr/>
          <p:nvPr/>
        </p:nvSpPr>
        <p:spPr>
          <a:xfrm>
            <a:off x="619125" y="866775"/>
            <a:ext cx="66675" cy="28575"/>
          </a:xfrm>
          <a:custGeom>
            <a:avLst/>
            <a:gdLst/>
            <a:ahLst/>
            <a:cxnLst/>
            <a:rect l="0" t="0" r="r" b="b"/>
            <a:pathLst>
              <a:path w="66675" h="28575">
                <a:moveTo>
                  <a:pt x="0" y="9525"/>
                </a:moveTo>
                <a:cubicBezTo>
                  <a:pt x="28575" y="0"/>
                  <a:pt x="47625" y="9525"/>
                  <a:pt x="66675" y="285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mall bowel shallow fold 04"/>
          <p:cNvSpPr/>
          <p:nvPr/>
        </p:nvSpPr>
        <p:spPr>
          <a:xfrm>
            <a:off x="752475" y="990600"/>
            <a:ext cx="57150" cy="47625"/>
          </a:xfrm>
          <a:custGeom>
            <a:avLst/>
            <a:gdLst/>
            <a:ahLst/>
            <a:cxnLst/>
            <a:rect l="0" t="0" r="r" b="b"/>
            <a:pathLst>
              <a:path w="57150" h="47625">
                <a:moveTo>
                  <a:pt x="0" y="47625"/>
                </a:moveTo>
                <a:cubicBezTo>
                  <a:pt x="9525" y="19050"/>
                  <a:pt x="28575" y="0"/>
                  <a:pt x="571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mall bowel shallow fold 05"/>
          <p:cNvSpPr/>
          <p:nvPr/>
        </p:nvSpPr>
        <p:spPr>
          <a:xfrm>
            <a:off x="962025" y="904875"/>
            <a:ext cx="28575" cy="95250"/>
          </a:xfrm>
          <a:custGeom>
            <a:avLst/>
            <a:gdLst/>
            <a:ahLst/>
            <a:cxnLst/>
            <a:rect l="0" t="0" r="r" b="b"/>
            <a:pathLst>
              <a:path w="28575" h="95250">
                <a:moveTo>
                  <a:pt x="28575" y="0"/>
                </a:moveTo>
                <a:cubicBezTo>
                  <a:pt x="0" y="38100"/>
                  <a:pt x="9525" y="76200"/>
                  <a:pt x="28575" y="9525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mall bowel shallow fold 06"/>
          <p:cNvSpPr/>
          <p:nvPr/>
        </p:nvSpPr>
        <p:spPr>
          <a:xfrm>
            <a:off x="1381125" y="990600"/>
            <a:ext cx="47625" cy="47625"/>
          </a:xfrm>
          <a:custGeom>
            <a:avLst/>
            <a:gdLst/>
            <a:ahLst/>
            <a:cxnLst/>
            <a:rect l="0" t="0" r="r" b="b"/>
            <a:pathLst>
              <a:path w="47625" h="47625">
                <a:moveTo>
                  <a:pt x="0" y="0"/>
                </a:moveTo>
                <a:cubicBezTo>
                  <a:pt x="28575" y="0"/>
                  <a:pt x="47625" y="19050"/>
                  <a:pt x="47625" y="476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mall bowel shallow fold 07"/>
          <p:cNvSpPr/>
          <p:nvPr/>
        </p:nvSpPr>
        <p:spPr>
          <a:xfrm>
            <a:off x="857250" y="1181100"/>
            <a:ext cx="19050" cy="76200"/>
          </a:xfrm>
          <a:custGeom>
            <a:avLst/>
            <a:gdLst/>
            <a:ahLst/>
            <a:cxnLst/>
            <a:rect l="0" t="0" r="r" b="b"/>
            <a:pathLst>
              <a:path w="19050" h="76200">
                <a:moveTo>
                  <a:pt x="9525" y="76200"/>
                </a:moveTo>
                <a:cubicBezTo>
                  <a:pt x="0" y="47625"/>
                  <a:pt x="0" y="19050"/>
                  <a:pt x="190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ntinuous large intestine and rectum"/>
          <p:cNvSpPr/>
          <p:nvPr/>
        </p:nvSpPr>
        <p:spPr>
          <a:xfrm>
            <a:off x="306745" y="139310"/>
            <a:ext cx="1424354" cy="1681973"/>
          </a:xfrm>
          <a:custGeom>
            <a:avLst/>
            <a:gdLst/>
            <a:ahLst/>
            <a:cxnLst/>
            <a:rect l="0" t="0" r="r" b="b"/>
            <a:pathLst>
              <a:path w="1424354" h="1681973">
                <a:moveTo>
                  <a:pt x="230745" y="1029735"/>
                </a:moveTo>
                <a:lnTo>
                  <a:pt x="226755" y="1024256"/>
                </a:lnTo>
                <a:lnTo>
                  <a:pt x="223561" y="1022031"/>
                </a:lnTo>
                <a:lnTo>
                  <a:pt x="219072" y="1018144"/>
                </a:lnTo>
                <a:lnTo>
                  <a:pt x="214256" y="1012305"/>
                </a:lnTo>
                <a:lnTo>
                  <a:pt x="210305" y="1004453"/>
                </a:lnTo>
                <a:lnTo>
                  <a:pt x="208276" y="994750"/>
                </a:lnTo>
                <a:lnTo>
                  <a:pt x="208641" y="983512"/>
                </a:lnTo>
                <a:lnTo>
                  <a:pt x="210943" y="971103"/>
                </a:lnTo>
                <a:lnTo>
                  <a:pt x="213811" y="957799"/>
                </a:lnTo>
                <a:lnTo>
                  <a:pt x="215475" y="943721"/>
                </a:lnTo>
                <a:lnTo>
                  <a:pt x="214649" y="928857"/>
                </a:lnTo>
                <a:lnTo>
                  <a:pt x="211361" y="913155"/>
                </a:lnTo>
                <a:lnTo>
                  <a:pt x="207174" y="896636"/>
                </a:lnTo>
                <a:lnTo>
                  <a:pt x="204460" y="879414"/>
                </a:lnTo>
                <a:lnTo>
                  <a:pt x="205010" y="861643"/>
                </a:lnTo>
                <a:lnTo>
                  <a:pt x="208783" y="843414"/>
                </a:lnTo>
                <a:lnTo>
                  <a:pt x="213706" y="824724"/>
                </a:lnTo>
                <a:lnTo>
                  <a:pt x="216839" y="805536"/>
                </a:lnTo>
                <a:lnTo>
                  <a:pt x="216260" y="785880"/>
                </a:lnTo>
                <a:lnTo>
                  <a:pt x="212397" y="765876"/>
                </a:lnTo>
                <a:lnTo>
                  <a:pt x="207802" y="745646"/>
                </a:lnTo>
                <a:lnTo>
                  <a:pt x="205419" y="725202"/>
                </a:lnTo>
                <a:lnTo>
                  <a:pt x="206532" y="704429"/>
                </a:lnTo>
                <a:lnTo>
                  <a:pt x="209741" y="681817"/>
                </a:lnTo>
                <a:lnTo>
                  <a:pt x="211916" y="657365"/>
                </a:lnTo>
                <a:lnTo>
                  <a:pt x="209992" y="636098"/>
                </a:lnTo>
                <a:lnTo>
                  <a:pt x="203832" y="615178"/>
                </a:lnTo>
                <a:lnTo>
                  <a:pt x="197653" y="594233"/>
                </a:lnTo>
                <a:lnTo>
                  <a:pt x="195872" y="573102"/>
                </a:lnTo>
                <a:lnTo>
                  <a:pt x="199147" y="551957"/>
                </a:lnTo>
                <a:lnTo>
                  <a:pt x="203913" y="531065"/>
                </a:lnTo>
                <a:lnTo>
                  <a:pt x="205661" y="510507"/>
                </a:lnTo>
                <a:lnTo>
                  <a:pt x="202852" y="490158"/>
                </a:lnTo>
                <a:lnTo>
                  <a:pt x="198067" y="469916"/>
                </a:lnTo>
                <a:lnTo>
                  <a:pt x="195628" y="449895"/>
                </a:lnTo>
                <a:lnTo>
                  <a:pt x="197981" y="430349"/>
                </a:lnTo>
                <a:lnTo>
                  <a:pt x="203891" y="411423"/>
                </a:lnTo>
                <a:lnTo>
                  <a:pt x="209679" y="392982"/>
                </a:lnTo>
                <a:lnTo>
                  <a:pt x="212194" y="374716"/>
                </a:lnTo>
                <a:lnTo>
                  <a:pt x="211064" y="356438"/>
                </a:lnTo>
                <a:lnTo>
                  <a:pt x="208676" y="338305"/>
                </a:lnTo>
                <a:lnTo>
                  <a:pt x="208244" y="320770"/>
                </a:lnTo>
                <a:lnTo>
                  <a:pt x="211588" y="304285"/>
                </a:lnTo>
                <a:lnTo>
                  <a:pt x="218144" y="288993"/>
                </a:lnTo>
                <a:lnTo>
                  <a:pt x="225624" y="274625"/>
                </a:lnTo>
                <a:lnTo>
                  <a:pt x="231584" y="260681"/>
                </a:lnTo>
                <a:lnTo>
                  <a:pt x="234813" y="246750"/>
                </a:lnTo>
                <a:lnTo>
                  <a:pt x="234832" y="246553"/>
                </a:lnTo>
                <a:lnTo>
                  <a:pt x="235662" y="247825"/>
                </a:lnTo>
                <a:lnTo>
                  <a:pt x="251495" y="266688"/>
                </a:lnTo>
                <a:lnTo>
                  <a:pt x="270680" y="281666"/>
                </a:lnTo>
                <a:lnTo>
                  <a:pt x="292446" y="292999"/>
                </a:lnTo>
                <a:lnTo>
                  <a:pt x="314476" y="303311"/>
                </a:lnTo>
                <a:lnTo>
                  <a:pt x="334798" y="315552"/>
                </a:lnTo>
                <a:lnTo>
                  <a:pt x="353207" y="330675"/>
                </a:lnTo>
                <a:lnTo>
                  <a:pt x="371193" y="346857"/>
                </a:lnTo>
                <a:lnTo>
                  <a:pt x="390618" y="360866"/>
                </a:lnTo>
                <a:lnTo>
                  <a:pt x="412296" y="370503"/>
                </a:lnTo>
                <a:lnTo>
                  <a:pt x="435531" y="376254"/>
                </a:lnTo>
                <a:lnTo>
                  <a:pt x="458822" y="380933"/>
                </a:lnTo>
                <a:lnTo>
                  <a:pt x="481052" y="387598"/>
                </a:lnTo>
                <a:lnTo>
                  <a:pt x="502205" y="397307"/>
                </a:lnTo>
                <a:lnTo>
                  <a:pt x="523173" y="408348"/>
                </a:lnTo>
                <a:lnTo>
                  <a:pt x="544931" y="417472"/>
                </a:lnTo>
                <a:lnTo>
                  <a:pt x="567805" y="422199"/>
                </a:lnTo>
                <a:lnTo>
                  <a:pt x="591354" y="422557"/>
                </a:lnTo>
                <a:lnTo>
                  <a:pt x="614860" y="421025"/>
                </a:lnTo>
                <a:lnTo>
                  <a:pt x="637932" y="420784"/>
                </a:lnTo>
                <a:lnTo>
                  <a:pt x="660735" y="423506"/>
                </a:lnTo>
                <a:lnTo>
                  <a:pt x="683697" y="428213"/>
                </a:lnTo>
                <a:lnTo>
                  <a:pt x="707019" y="431967"/>
                </a:lnTo>
                <a:lnTo>
                  <a:pt x="730440" y="431871"/>
                </a:lnTo>
                <a:lnTo>
                  <a:pt x="752106" y="427184"/>
                </a:lnTo>
                <a:lnTo>
                  <a:pt x="777243" y="418488"/>
                </a:lnTo>
                <a:lnTo>
                  <a:pt x="803142" y="411317"/>
                </a:lnTo>
                <a:lnTo>
                  <a:pt x="829513" y="408846"/>
                </a:lnTo>
                <a:lnTo>
                  <a:pt x="856323" y="408714"/>
                </a:lnTo>
                <a:lnTo>
                  <a:pt x="882468" y="405741"/>
                </a:lnTo>
                <a:lnTo>
                  <a:pt x="906842" y="396973"/>
                </a:lnTo>
                <a:lnTo>
                  <a:pt x="929566" y="384309"/>
                </a:lnTo>
                <a:lnTo>
                  <a:pt x="952027" y="372528"/>
                </a:lnTo>
                <a:lnTo>
                  <a:pt x="975589" y="364879"/>
                </a:lnTo>
                <a:lnTo>
                  <a:pt x="1000216" y="360349"/>
                </a:lnTo>
                <a:lnTo>
                  <a:pt x="1024384" y="354865"/>
                </a:lnTo>
                <a:lnTo>
                  <a:pt x="1046420" y="345026"/>
                </a:lnTo>
                <a:lnTo>
                  <a:pt x="1066026" y="330941"/>
                </a:lnTo>
                <a:lnTo>
                  <a:pt x="1084595" y="315916"/>
                </a:lnTo>
                <a:lnTo>
                  <a:pt x="1104031" y="303548"/>
                </a:lnTo>
                <a:lnTo>
                  <a:pt x="1125136" y="294890"/>
                </a:lnTo>
                <a:lnTo>
                  <a:pt x="1146949" y="287893"/>
                </a:lnTo>
                <a:lnTo>
                  <a:pt x="1167532" y="279282"/>
                </a:lnTo>
                <a:lnTo>
                  <a:pt x="1185497" y="267125"/>
                </a:lnTo>
                <a:lnTo>
                  <a:pt x="1201025" y="252094"/>
                </a:lnTo>
                <a:lnTo>
                  <a:pt x="1215651" y="236731"/>
                </a:lnTo>
                <a:lnTo>
                  <a:pt x="1226279" y="227655"/>
                </a:lnTo>
                <a:lnTo>
                  <a:pt x="1225509" y="237599"/>
                </a:lnTo>
                <a:lnTo>
                  <a:pt x="1219694" y="257758"/>
                </a:lnTo>
                <a:lnTo>
                  <a:pt x="1211517" y="284436"/>
                </a:lnTo>
                <a:lnTo>
                  <a:pt x="1205821" y="309296"/>
                </a:lnTo>
                <a:lnTo>
                  <a:pt x="1206175" y="335138"/>
                </a:lnTo>
                <a:lnTo>
                  <a:pt x="1210633" y="361609"/>
                </a:lnTo>
                <a:lnTo>
                  <a:pt x="1212697" y="388287"/>
                </a:lnTo>
                <a:lnTo>
                  <a:pt x="1208402" y="415091"/>
                </a:lnTo>
                <a:lnTo>
                  <a:pt x="1201460" y="442234"/>
                </a:lnTo>
                <a:lnTo>
                  <a:pt x="1199398" y="469833"/>
                </a:lnTo>
                <a:lnTo>
                  <a:pt x="1204276" y="497736"/>
                </a:lnTo>
                <a:lnTo>
                  <a:pt x="1209614" y="525746"/>
                </a:lnTo>
                <a:lnTo>
                  <a:pt x="1208357" y="553846"/>
                </a:lnTo>
                <a:lnTo>
                  <a:pt x="1202131" y="582083"/>
                </a:lnTo>
                <a:lnTo>
                  <a:pt x="1199332" y="610342"/>
                </a:lnTo>
                <a:lnTo>
                  <a:pt x="1204111" y="638425"/>
                </a:lnTo>
                <a:lnTo>
                  <a:pt x="1210863" y="666312"/>
                </a:lnTo>
                <a:lnTo>
                  <a:pt x="1211636" y="694154"/>
                </a:lnTo>
                <a:lnTo>
                  <a:pt x="1206473" y="721964"/>
                </a:lnTo>
                <a:lnTo>
                  <a:pt x="1203070" y="749464"/>
                </a:lnTo>
                <a:lnTo>
                  <a:pt x="1206755" y="776365"/>
                </a:lnTo>
                <a:lnTo>
                  <a:pt x="1214076" y="802688"/>
                </a:lnTo>
                <a:lnTo>
                  <a:pt x="1217549" y="828676"/>
                </a:lnTo>
                <a:lnTo>
                  <a:pt x="1214653" y="854417"/>
                </a:lnTo>
                <a:lnTo>
                  <a:pt x="1210126" y="879656"/>
                </a:lnTo>
                <a:lnTo>
                  <a:pt x="1210130" y="905754"/>
                </a:lnTo>
                <a:lnTo>
                  <a:pt x="1215533" y="926265"/>
                </a:lnTo>
                <a:lnTo>
                  <a:pt x="1221103" y="941931"/>
                </a:lnTo>
                <a:lnTo>
                  <a:pt x="1223448" y="957348"/>
                </a:lnTo>
                <a:lnTo>
                  <a:pt x="1220942" y="972008"/>
                </a:lnTo>
                <a:lnTo>
                  <a:pt x="1214969" y="985459"/>
                </a:lnTo>
                <a:lnTo>
                  <a:pt x="1208597" y="997852"/>
                </a:lnTo>
                <a:lnTo>
                  <a:pt x="1204399" y="1009892"/>
                </a:lnTo>
                <a:lnTo>
                  <a:pt x="1202965" y="1022267"/>
                </a:lnTo>
                <a:lnTo>
                  <a:pt x="1202833" y="1035063"/>
                </a:lnTo>
                <a:lnTo>
                  <a:pt x="1201618" y="1047604"/>
                </a:lnTo>
                <a:lnTo>
                  <a:pt x="1197478" y="1058852"/>
                </a:lnTo>
                <a:lnTo>
                  <a:pt x="1190074" y="1068100"/>
                </a:lnTo>
                <a:lnTo>
                  <a:pt x="1180576" y="1075500"/>
                </a:lnTo>
                <a:lnTo>
                  <a:pt x="1170878" y="1082088"/>
                </a:lnTo>
                <a:lnTo>
                  <a:pt x="1162526" y="1089259"/>
                </a:lnTo>
                <a:lnTo>
                  <a:pt x="1155948" y="1097971"/>
                </a:lnTo>
                <a:lnTo>
                  <a:pt x="1150354" y="1108131"/>
                </a:lnTo>
                <a:lnTo>
                  <a:pt x="1144269" y="1118537"/>
                </a:lnTo>
                <a:lnTo>
                  <a:pt x="1136374" y="1127463"/>
                </a:lnTo>
                <a:lnTo>
                  <a:pt x="1126187" y="1133600"/>
                </a:lnTo>
                <a:lnTo>
                  <a:pt x="1114229" y="1136869"/>
                </a:lnTo>
                <a:lnTo>
                  <a:pt x="1101632" y="1138597"/>
                </a:lnTo>
                <a:lnTo>
                  <a:pt x="1089443" y="1140875"/>
                </a:lnTo>
                <a:lnTo>
                  <a:pt x="1078833" y="1145099"/>
                </a:lnTo>
                <a:lnTo>
                  <a:pt x="1070304" y="1150965"/>
                </a:lnTo>
                <a:lnTo>
                  <a:pt x="1062118" y="1157079"/>
                </a:lnTo>
                <a:lnTo>
                  <a:pt x="1052720" y="1161500"/>
                </a:lnTo>
                <a:lnTo>
                  <a:pt x="1042220" y="1162538"/>
                </a:lnTo>
                <a:lnTo>
                  <a:pt x="1031119" y="1159972"/>
                </a:lnTo>
                <a:lnTo>
                  <a:pt x="1019761" y="1155156"/>
                </a:lnTo>
                <a:lnTo>
                  <a:pt x="1008026" y="1150305"/>
                </a:lnTo>
                <a:lnTo>
                  <a:pt x="995440" y="1147307"/>
                </a:lnTo>
                <a:lnTo>
                  <a:pt x="981596" y="1146706"/>
                </a:lnTo>
                <a:lnTo>
                  <a:pt x="966536" y="1147396"/>
                </a:lnTo>
                <a:lnTo>
                  <a:pt x="950804" y="1147249"/>
                </a:lnTo>
                <a:lnTo>
                  <a:pt x="935106" y="1144337"/>
                </a:lnTo>
                <a:lnTo>
                  <a:pt x="919825" y="1138050"/>
                </a:lnTo>
                <a:lnTo>
                  <a:pt x="904752" y="1129463"/>
                </a:lnTo>
                <a:lnTo>
                  <a:pt x="889235" y="1120745"/>
                </a:lnTo>
                <a:lnTo>
                  <a:pt x="872627" y="1113995"/>
                </a:lnTo>
                <a:lnTo>
                  <a:pt x="854701" y="1110190"/>
                </a:lnTo>
                <a:lnTo>
                  <a:pt x="835750" y="1108829"/>
                </a:lnTo>
                <a:lnTo>
                  <a:pt x="816320" y="1108382"/>
                </a:lnTo>
                <a:lnTo>
                  <a:pt x="796804" y="1107208"/>
                </a:lnTo>
                <a:lnTo>
                  <a:pt x="777180" y="1104422"/>
                </a:lnTo>
                <a:lnTo>
                  <a:pt x="757037" y="1100306"/>
                </a:lnTo>
                <a:lnTo>
                  <a:pt x="735873" y="1096164"/>
                </a:lnTo>
                <a:lnTo>
                  <a:pt x="713990" y="1093755"/>
                </a:lnTo>
                <a:lnTo>
                  <a:pt x="692556" y="1094346"/>
                </a:lnTo>
                <a:lnTo>
                  <a:pt x="672072" y="1098307"/>
                </a:lnTo>
                <a:lnTo>
                  <a:pt x="653273" y="1107624"/>
                </a:lnTo>
                <a:lnTo>
                  <a:pt x="634547" y="1115522"/>
                </a:lnTo>
                <a:lnTo>
                  <a:pt x="617083" y="1125712"/>
                </a:lnTo>
                <a:lnTo>
                  <a:pt x="600637" y="1137124"/>
                </a:lnTo>
                <a:lnTo>
                  <a:pt x="585210" y="1149599"/>
                </a:lnTo>
                <a:lnTo>
                  <a:pt x="570833" y="1163070"/>
                </a:lnTo>
                <a:lnTo>
                  <a:pt x="557594" y="1177527"/>
                </a:lnTo>
                <a:lnTo>
                  <a:pt x="545646" y="1192974"/>
                </a:lnTo>
                <a:lnTo>
                  <a:pt x="535197" y="1209387"/>
                </a:lnTo>
                <a:lnTo>
                  <a:pt x="526483" y="1226683"/>
                </a:lnTo>
                <a:lnTo>
                  <a:pt x="519727" y="1244707"/>
                </a:lnTo>
                <a:lnTo>
                  <a:pt x="515099" y="1263244"/>
                </a:lnTo>
                <a:lnTo>
                  <a:pt x="512676" y="1282035"/>
                </a:lnTo>
                <a:lnTo>
                  <a:pt x="512408" y="1300821"/>
                </a:lnTo>
                <a:lnTo>
                  <a:pt x="514107" y="1319385"/>
                </a:lnTo>
                <a:lnTo>
                  <a:pt x="517462" y="1337593"/>
                </a:lnTo>
                <a:lnTo>
                  <a:pt x="522089" y="1355420"/>
                </a:lnTo>
                <a:lnTo>
                  <a:pt x="527613" y="1372942"/>
                </a:lnTo>
                <a:lnTo>
                  <a:pt x="533769" y="1390301"/>
                </a:lnTo>
                <a:lnTo>
                  <a:pt x="540495" y="1407616"/>
                </a:lnTo>
                <a:lnTo>
                  <a:pt x="547973" y="1424903"/>
                </a:lnTo>
                <a:lnTo>
                  <a:pt x="555075" y="1439115"/>
                </a:lnTo>
                <a:lnTo>
                  <a:pt x="558445" y="1445737"/>
                </a:lnTo>
                <a:lnTo>
                  <a:pt x="561722" y="1452000"/>
                </a:lnTo>
                <a:lnTo>
                  <a:pt x="565159" y="1458329"/>
                </a:lnTo>
                <a:lnTo>
                  <a:pt x="568729" y="1464789"/>
                </a:lnTo>
                <a:lnTo>
                  <a:pt x="572328" y="1471446"/>
                </a:lnTo>
                <a:lnTo>
                  <a:pt x="575797" y="1478353"/>
                </a:lnTo>
                <a:lnTo>
                  <a:pt x="578963" y="1485535"/>
                </a:lnTo>
                <a:lnTo>
                  <a:pt x="581673" y="1492987"/>
                </a:lnTo>
                <a:lnTo>
                  <a:pt x="583827" y="1500679"/>
                </a:lnTo>
                <a:lnTo>
                  <a:pt x="585395" y="1508565"/>
                </a:lnTo>
                <a:lnTo>
                  <a:pt x="586423" y="1516595"/>
                </a:lnTo>
                <a:lnTo>
                  <a:pt x="587022" y="1524719"/>
                </a:lnTo>
                <a:lnTo>
                  <a:pt x="587342" y="1532899"/>
                </a:lnTo>
                <a:lnTo>
                  <a:pt x="587549" y="1541112"/>
                </a:lnTo>
                <a:lnTo>
                  <a:pt x="587794" y="1549342"/>
                </a:lnTo>
                <a:lnTo>
                  <a:pt x="588189" y="1557583"/>
                </a:lnTo>
                <a:lnTo>
                  <a:pt x="588795" y="1565829"/>
                </a:lnTo>
                <a:lnTo>
                  <a:pt x="589624" y="1574074"/>
                </a:lnTo>
                <a:lnTo>
                  <a:pt x="590638" y="1582309"/>
                </a:lnTo>
                <a:lnTo>
                  <a:pt x="591773" y="1590518"/>
                </a:lnTo>
                <a:lnTo>
                  <a:pt x="592951" y="1598687"/>
                </a:lnTo>
                <a:lnTo>
                  <a:pt x="594100" y="1606802"/>
                </a:lnTo>
                <a:lnTo>
                  <a:pt x="595165" y="1614856"/>
                </a:lnTo>
                <a:lnTo>
                  <a:pt x="596123" y="1622446"/>
                </a:lnTo>
                <a:lnTo>
                  <a:pt x="600485" y="1645113"/>
                </a:lnTo>
                <a:lnTo>
                  <a:pt x="613189" y="1664385"/>
                </a:lnTo>
                <a:lnTo>
                  <a:pt x="632301" y="1677328"/>
                </a:lnTo>
                <a:lnTo>
                  <a:pt x="654911" y="1681973"/>
                </a:lnTo>
                <a:lnTo>
                  <a:pt x="677578" y="1677611"/>
                </a:lnTo>
                <a:lnTo>
                  <a:pt x="696850" y="1664907"/>
                </a:lnTo>
                <a:lnTo>
                  <a:pt x="709793" y="1645795"/>
                </a:lnTo>
                <a:lnTo>
                  <a:pt x="714437" y="1623184"/>
                </a:lnTo>
                <a:lnTo>
                  <a:pt x="714437" y="1623184"/>
                </a:lnTo>
                <a:lnTo>
                  <a:pt x="715487" y="1616195"/>
                </a:lnTo>
                <a:lnTo>
                  <a:pt x="716792" y="1609107"/>
                </a:lnTo>
                <a:lnTo>
                  <a:pt x="718279" y="1601551"/>
                </a:lnTo>
                <a:lnTo>
                  <a:pt x="719846" y="1593553"/>
                </a:lnTo>
                <a:lnTo>
                  <a:pt x="721370" y="1585132"/>
                </a:lnTo>
                <a:lnTo>
                  <a:pt x="722723" y="1576306"/>
                </a:lnTo>
                <a:lnTo>
                  <a:pt x="723791" y="1567095"/>
                </a:lnTo>
                <a:lnTo>
                  <a:pt x="724489" y="1557520"/>
                </a:lnTo>
                <a:lnTo>
                  <a:pt x="724776" y="1547609"/>
                </a:lnTo>
                <a:lnTo>
                  <a:pt x="724665" y="1537390"/>
                </a:lnTo>
                <a:lnTo>
                  <a:pt x="724219" y="1526889"/>
                </a:lnTo>
                <a:lnTo>
                  <a:pt x="723539" y="1516125"/>
                </a:lnTo>
                <a:lnTo>
                  <a:pt x="722740" y="1505105"/>
                </a:lnTo>
                <a:lnTo>
                  <a:pt x="721925" y="1493825"/>
                </a:lnTo>
                <a:lnTo>
                  <a:pt x="721153" y="1482270"/>
                </a:lnTo>
                <a:lnTo>
                  <a:pt x="720421" y="1470422"/>
                </a:lnTo>
                <a:lnTo>
                  <a:pt x="719650" y="1458267"/>
                </a:lnTo>
                <a:lnTo>
                  <a:pt x="718690" y="1445808"/>
                </a:lnTo>
                <a:lnTo>
                  <a:pt x="717339" y="1433076"/>
                </a:lnTo>
                <a:lnTo>
                  <a:pt x="715373" y="1420127"/>
                </a:lnTo>
                <a:lnTo>
                  <a:pt x="712585" y="1407046"/>
                </a:lnTo>
                <a:lnTo>
                  <a:pt x="708821" y="1393934"/>
                </a:lnTo>
                <a:lnTo>
                  <a:pt x="704003" y="1380887"/>
                </a:lnTo>
                <a:lnTo>
                  <a:pt x="698336" y="1368366"/>
                </a:lnTo>
                <a:lnTo>
                  <a:pt x="692140" y="1356494"/>
                </a:lnTo>
                <a:lnTo>
                  <a:pt x="688287" y="1347962"/>
                </a:lnTo>
                <a:lnTo>
                  <a:pt x="685634" y="1339789"/>
                </a:lnTo>
                <a:lnTo>
                  <a:pt x="684346" y="1332056"/>
                </a:lnTo>
                <a:lnTo>
                  <a:pt x="684344" y="1324951"/>
                </a:lnTo>
                <a:lnTo>
                  <a:pt x="685347" y="1318678"/>
                </a:lnTo>
                <a:lnTo>
                  <a:pt x="686963" y="1313382"/>
                </a:lnTo>
                <a:lnTo>
                  <a:pt x="688792" y="1309104"/>
                </a:lnTo>
                <a:lnTo>
                  <a:pt x="690505" y="1305776"/>
                </a:lnTo>
                <a:lnTo>
                  <a:pt x="691899" y="1303245"/>
                </a:lnTo>
                <a:lnTo>
                  <a:pt x="692908" y="1301321"/>
                </a:lnTo>
                <a:lnTo>
                  <a:pt x="693590" y="1299810"/>
                </a:lnTo>
                <a:lnTo>
                  <a:pt x="694100" y="1298563"/>
                </a:lnTo>
                <a:lnTo>
                  <a:pt x="694645" y="1297492"/>
                </a:lnTo>
                <a:lnTo>
                  <a:pt x="695444" y="1296579"/>
                </a:lnTo>
                <a:lnTo>
                  <a:pt x="696689" y="1295867"/>
                </a:lnTo>
                <a:lnTo>
                  <a:pt x="698515" y="1295425"/>
                </a:lnTo>
                <a:lnTo>
                  <a:pt x="700994" y="1295310"/>
                </a:lnTo>
                <a:lnTo>
                  <a:pt x="704141" y="1295521"/>
                </a:lnTo>
                <a:lnTo>
                  <a:pt x="707940" y="1295966"/>
                </a:lnTo>
                <a:lnTo>
                  <a:pt x="712131" y="1295640"/>
                </a:lnTo>
                <a:lnTo>
                  <a:pt x="717886" y="1298320"/>
                </a:lnTo>
                <a:lnTo>
                  <a:pt x="723576" y="1297298"/>
                </a:lnTo>
                <a:lnTo>
                  <a:pt x="729921" y="1294625"/>
                </a:lnTo>
                <a:lnTo>
                  <a:pt x="736905" y="1290987"/>
                </a:lnTo>
                <a:lnTo>
                  <a:pt x="745170" y="1287766"/>
                </a:lnTo>
                <a:lnTo>
                  <a:pt x="754986" y="1286488"/>
                </a:lnTo>
                <a:lnTo>
                  <a:pt x="765816" y="1288229"/>
                </a:lnTo>
                <a:lnTo>
                  <a:pt x="777218" y="1293035"/>
                </a:lnTo>
                <a:lnTo>
                  <a:pt x="789135" y="1299792"/>
                </a:lnTo>
                <a:lnTo>
                  <a:pt x="801929" y="1306628"/>
                </a:lnTo>
                <a:lnTo>
                  <a:pt x="816112" y="1311780"/>
                </a:lnTo>
                <a:lnTo>
                  <a:pt x="831943" y="1314516"/>
                </a:lnTo>
                <a:lnTo>
                  <a:pt x="849162" y="1315582"/>
                </a:lnTo>
                <a:lnTo>
                  <a:pt x="867091" y="1316846"/>
                </a:lnTo>
                <a:lnTo>
                  <a:pt x="885042" y="1320244"/>
                </a:lnTo>
                <a:lnTo>
                  <a:pt x="902775" y="1326620"/>
                </a:lnTo>
                <a:lnTo>
                  <a:pt x="920640" y="1335132"/>
                </a:lnTo>
                <a:lnTo>
                  <a:pt x="939308" y="1343622"/>
                </a:lnTo>
                <a:lnTo>
                  <a:pt x="959293" y="1349729"/>
                </a:lnTo>
                <a:lnTo>
                  <a:pt x="980601" y="1352117"/>
                </a:lnTo>
                <a:lnTo>
                  <a:pt x="1002793" y="1351096"/>
                </a:lnTo>
                <a:lnTo>
                  <a:pt x="1025363" y="1348326"/>
                </a:lnTo>
                <a:lnTo>
                  <a:pt x="1048156" y="1345787"/>
                </a:lnTo>
                <a:lnTo>
                  <a:pt x="1071484" y="1344604"/>
                </a:lnTo>
                <a:lnTo>
                  <a:pt x="1095814" y="1344323"/>
                </a:lnTo>
                <a:lnTo>
                  <a:pt x="1121225" y="1343023"/>
                </a:lnTo>
                <a:lnTo>
                  <a:pt x="1146128" y="1338531"/>
                </a:lnTo>
                <a:lnTo>
                  <a:pt x="1168351" y="1330060"/>
                </a:lnTo>
                <a:lnTo>
                  <a:pt x="1187953" y="1318079"/>
                </a:lnTo>
                <a:lnTo>
                  <a:pt x="1206056" y="1304011"/>
                </a:lnTo>
                <a:lnTo>
                  <a:pt x="1223657" y="1289971"/>
                </a:lnTo>
                <a:lnTo>
                  <a:pt x="1241838" y="1277310"/>
                </a:lnTo>
                <a:lnTo>
                  <a:pt x="1261072" y="1265974"/>
                </a:lnTo>
                <a:lnTo>
                  <a:pt x="1280824" y="1254681"/>
                </a:lnTo>
                <a:lnTo>
                  <a:pt x="1299729" y="1241726"/>
                </a:lnTo>
                <a:lnTo>
                  <a:pt x="1316261" y="1225935"/>
                </a:lnTo>
                <a:lnTo>
                  <a:pt x="1329580" y="1207239"/>
                </a:lnTo>
                <a:lnTo>
                  <a:pt x="1340065" y="1186621"/>
                </a:lnTo>
                <a:lnTo>
                  <a:pt x="1349212" y="1165500"/>
                </a:lnTo>
                <a:lnTo>
                  <a:pt x="1358865" y="1144936"/>
                </a:lnTo>
                <a:lnTo>
                  <a:pt x="1370146" y="1125109"/>
                </a:lnTo>
                <a:lnTo>
                  <a:pt x="1382663" y="1105333"/>
                </a:lnTo>
                <a:lnTo>
                  <a:pt x="1394528" y="1084597"/>
                </a:lnTo>
                <a:lnTo>
                  <a:pt x="1403306" y="1062250"/>
                </a:lnTo>
                <a:lnTo>
                  <a:pt x="1407484" y="1038401"/>
                </a:lnTo>
                <a:lnTo>
                  <a:pt x="1407602" y="1013765"/>
                </a:lnTo>
                <a:lnTo>
                  <a:pt x="1406186" y="989070"/>
                </a:lnTo>
                <a:lnTo>
                  <a:pt x="1406251" y="964493"/>
                </a:lnTo>
                <a:lnTo>
                  <a:pt x="1409133" y="939608"/>
                </a:lnTo>
                <a:lnTo>
                  <a:pt x="1413157" y="913928"/>
                </a:lnTo>
                <a:lnTo>
                  <a:pt x="1414881" y="892076"/>
                </a:lnTo>
                <a:lnTo>
                  <a:pt x="1412508" y="869876"/>
                </a:lnTo>
                <a:lnTo>
                  <a:pt x="1405629" y="845551"/>
                </a:lnTo>
                <a:lnTo>
                  <a:pt x="1400430" y="820587"/>
                </a:lnTo>
                <a:lnTo>
                  <a:pt x="1401675" y="794853"/>
                </a:lnTo>
                <a:lnTo>
                  <a:pt x="1406867" y="768561"/>
                </a:lnTo>
                <a:lnTo>
                  <a:pt x="1408546" y="742078"/>
                </a:lnTo>
                <a:lnTo>
                  <a:pt x="1403287" y="715550"/>
                </a:lnTo>
                <a:lnTo>
                  <a:pt x="1396442" y="688810"/>
                </a:lnTo>
                <a:lnTo>
                  <a:pt x="1395731" y="661706"/>
                </a:lnTo>
                <a:lnTo>
                  <a:pt x="1401221" y="634373"/>
                </a:lnTo>
                <a:lnTo>
                  <a:pt x="1404987" y="607088"/>
                </a:lnTo>
                <a:lnTo>
                  <a:pt x="1401448" y="579954"/>
                </a:lnTo>
                <a:lnTo>
                  <a:pt x="1394780" y="552897"/>
                </a:lnTo>
                <a:lnTo>
                  <a:pt x="1393403" y="525926"/>
                </a:lnTo>
                <a:lnTo>
                  <a:pt x="1398968" y="499213"/>
                </a:lnTo>
                <a:lnTo>
                  <a:pt x="1404446" y="472865"/>
                </a:lnTo>
                <a:lnTo>
                  <a:pt x="1403380" y="446807"/>
                </a:lnTo>
                <a:lnTo>
                  <a:pt x="1397857" y="421012"/>
                </a:lnTo>
                <a:lnTo>
                  <a:pt x="1395426" y="395722"/>
                </a:lnTo>
                <a:lnTo>
                  <a:pt x="1399825" y="371274"/>
                </a:lnTo>
                <a:lnTo>
                  <a:pt x="1407115" y="347709"/>
                </a:lnTo>
                <a:lnTo>
                  <a:pt x="1410822" y="324732"/>
                </a:lnTo>
                <a:lnTo>
                  <a:pt x="1409025" y="302112"/>
                </a:lnTo>
                <a:lnTo>
                  <a:pt x="1405316" y="282773"/>
                </a:lnTo>
                <a:lnTo>
                  <a:pt x="1405952" y="267920"/>
                </a:lnTo>
                <a:lnTo>
                  <a:pt x="1409947" y="248246"/>
                </a:lnTo>
                <a:lnTo>
                  <a:pt x="1415445" y="229191"/>
                </a:lnTo>
                <a:lnTo>
                  <a:pt x="1420644" y="210345"/>
                </a:lnTo>
                <a:lnTo>
                  <a:pt x="1423898" y="191538"/>
                </a:lnTo>
                <a:lnTo>
                  <a:pt x="1424354" y="172843"/>
                </a:lnTo>
                <a:lnTo>
                  <a:pt x="1422002" y="154434"/>
                </a:lnTo>
                <a:lnTo>
                  <a:pt x="1417354" y="136430"/>
                </a:lnTo>
                <a:lnTo>
                  <a:pt x="1411012" y="118806"/>
                </a:lnTo>
                <a:lnTo>
                  <a:pt x="1403336" y="101403"/>
                </a:lnTo>
                <a:lnTo>
                  <a:pt x="1394272" y="84017"/>
                </a:lnTo>
                <a:lnTo>
                  <a:pt x="1383339" y="66558"/>
                </a:lnTo>
                <a:lnTo>
                  <a:pt x="1369768" y="49266"/>
                </a:lnTo>
                <a:lnTo>
                  <a:pt x="1352834" y="32912"/>
                </a:lnTo>
                <a:lnTo>
                  <a:pt x="1332366" y="18789"/>
                </a:lnTo>
                <a:lnTo>
                  <a:pt x="1309132" y="8250"/>
                </a:lnTo>
                <a:lnTo>
                  <a:pt x="1284623" y="2031"/>
                </a:lnTo>
                <a:lnTo>
                  <a:pt x="1260326" y="0"/>
                </a:lnTo>
                <a:lnTo>
                  <a:pt x="1237172" y="1546"/>
                </a:lnTo>
                <a:lnTo>
                  <a:pt x="1215552" y="6114"/>
                </a:lnTo>
                <a:lnTo>
                  <a:pt x="1195629" y="13455"/>
                </a:lnTo>
                <a:lnTo>
                  <a:pt x="1177545" y="23553"/>
                </a:lnTo>
                <a:lnTo>
                  <a:pt x="1161395" y="36361"/>
                </a:lnTo>
                <a:lnTo>
                  <a:pt x="1149586" y="49428"/>
                </a:lnTo>
                <a:lnTo>
                  <a:pt x="1138269" y="62921"/>
                </a:lnTo>
                <a:lnTo>
                  <a:pt x="1125245" y="74405"/>
                </a:lnTo>
                <a:lnTo>
                  <a:pt x="1109694" y="82901"/>
                </a:lnTo>
                <a:lnTo>
                  <a:pt x="1092375" y="89205"/>
                </a:lnTo>
                <a:lnTo>
                  <a:pt x="1075031" y="95742"/>
                </a:lnTo>
                <a:lnTo>
                  <a:pt x="1059215" y="104979"/>
                </a:lnTo>
                <a:lnTo>
                  <a:pt x="1045123" y="117515"/>
                </a:lnTo>
                <a:lnTo>
                  <a:pt x="1031385" y="131341"/>
                </a:lnTo>
                <a:lnTo>
                  <a:pt x="1016080" y="143110"/>
                </a:lnTo>
                <a:lnTo>
                  <a:pt x="998262" y="150697"/>
                </a:lnTo>
                <a:lnTo>
                  <a:pt x="978751" y="155081"/>
                </a:lnTo>
                <a:lnTo>
                  <a:pt x="959466" y="159786"/>
                </a:lnTo>
                <a:lnTo>
                  <a:pt x="941817" y="168042"/>
                </a:lnTo>
                <a:lnTo>
                  <a:pt x="925523" y="179884"/>
                </a:lnTo>
                <a:lnTo>
                  <a:pt x="908927" y="191837"/>
                </a:lnTo>
                <a:lnTo>
                  <a:pt x="890522" y="199752"/>
                </a:lnTo>
                <a:lnTo>
                  <a:pt x="870289" y="202545"/>
                </a:lnTo>
                <a:lnTo>
                  <a:pt x="849608" y="203387"/>
                </a:lnTo>
                <a:lnTo>
                  <a:pt x="829882" y="206984"/>
                </a:lnTo>
                <a:lnTo>
                  <a:pt x="811249" y="215161"/>
                </a:lnTo>
                <a:lnTo>
                  <a:pt x="792619" y="224888"/>
                </a:lnTo>
                <a:lnTo>
                  <a:pt x="772906" y="230912"/>
                </a:lnTo>
                <a:lnTo>
                  <a:pt x="752093" y="230799"/>
                </a:lnTo>
                <a:lnTo>
                  <a:pt x="729904" y="227647"/>
                </a:lnTo>
                <a:lnTo>
                  <a:pt x="713379" y="226931"/>
                </a:lnTo>
                <a:lnTo>
                  <a:pt x="698450" y="229236"/>
                </a:lnTo>
                <a:lnTo>
                  <a:pt x="683307" y="233836"/>
                </a:lnTo>
                <a:lnTo>
                  <a:pt x="667729" y="237851"/>
                </a:lnTo>
                <a:lnTo>
                  <a:pt x="651959" y="238360"/>
                </a:lnTo>
                <a:lnTo>
                  <a:pt x="636467" y="234401"/>
                </a:lnTo>
                <a:lnTo>
                  <a:pt x="621458" y="227663"/>
                </a:lnTo>
                <a:lnTo>
                  <a:pt x="606584" y="221342"/>
                </a:lnTo>
                <a:lnTo>
                  <a:pt x="591166" y="217937"/>
                </a:lnTo>
                <a:lnTo>
                  <a:pt x="574806" y="217488"/>
                </a:lnTo>
                <a:lnTo>
                  <a:pt x="557871" y="217536"/>
                </a:lnTo>
                <a:lnTo>
                  <a:pt x="541377" y="214845"/>
                </a:lnTo>
                <a:lnTo>
                  <a:pt x="526258" y="207721"/>
                </a:lnTo>
                <a:lnTo>
                  <a:pt x="512540" y="197239"/>
                </a:lnTo>
                <a:lnTo>
                  <a:pt x="499144" y="186473"/>
                </a:lnTo>
                <a:lnTo>
                  <a:pt x="484615" y="178253"/>
                </a:lnTo>
                <a:lnTo>
                  <a:pt x="468295" y="173083"/>
                </a:lnTo>
                <a:lnTo>
                  <a:pt x="451040" y="168779"/>
                </a:lnTo>
                <a:lnTo>
                  <a:pt x="434754" y="162126"/>
                </a:lnTo>
                <a:lnTo>
                  <a:pt x="420969" y="151319"/>
                </a:lnTo>
                <a:lnTo>
                  <a:pt x="409519" y="137325"/>
                </a:lnTo>
                <a:lnTo>
                  <a:pt x="398475" y="123111"/>
                </a:lnTo>
                <a:lnTo>
                  <a:pt x="385562" y="111320"/>
                </a:lnTo>
                <a:lnTo>
                  <a:pt x="370049" y="102205"/>
                </a:lnTo>
                <a:lnTo>
                  <a:pt x="359256" y="96208"/>
                </a:lnTo>
                <a:lnTo>
                  <a:pt x="345967" y="87704"/>
                </a:lnTo>
                <a:lnTo>
                  <a:pt x="333388" y="78892"/>
                </a:lnTo>
                <a:lnTo>
                  <a:pt x="321455" y="69550"/>
                </a:lnTo>
                <a:lnTo>
                  <a:pt x="309781" y="59761"/>
                </a:lnTo>
                <a:lnTo>
                  <a:pt x="297808" y="49829"/>
                </a:lnTo>
                <a:lnTo>
                  <a:pt x="284944" y="40185"/>
                </a:lnTo>
                <a:lnTo>
                  <a:pt x="270669" y="31323"/>
                </a:lnTo>
                <a:lnTo>
                  <a:pt x="254590" y="23785"/>
                </a:lnTo>
                <a:lnTo>
                  <a:pt x="236508" y="18172"/>
                </a:lnTo>
                <a:lnTo>
                  <a:pt x="216506" y="15158"/>
                </a:lnTo>
                <a:lnTo>
                  <a:pt x="195062" y="15418"/>
                </a:lnTo>
                <a:lnTo>
                  <a:pt x="173110" y="19448"/>
                </a:lnTo>
                <a:lnTo>
                  <a:pt x="151906" y="27317"/>
                </a:lnTo>
                <a:lnTo>
                  <a:pt x="132682" y="38541"/>
                </a:lnTo>
                <a:lnTo>
                  <a:pt x="116252" y="52226"/>
                </a:lnTo>
                <a:lnTo>
                  <a:pt x="102828" y="67387"/>
                </a:lnTo>
                <a:lnTo>
                  <a:pt x="92091" y="83220"/>
                </a:lnTo>
                <a:lnTo>
                  <a:pt x="83371" y="99199"/>
                </a:lnTo>
                <a:lnTo>
                  <a:pt x="75822" y="115073"/>
                </a:lnTo>
                <a:lnTo>
                  <a:pt x="68592" y="130812"/>
                </a:lnTo>
                <a:lnTo>
                  <a:pt x="61015" y="146574"/>
                </a:lnTo>
                <a:lnTo>
                  <a:pt x="52878" y="162676"/>
                </a:lnTo>
                <a:lnTo>
                  <a:pt x="45458" y="176545"/>
                </a:lnTo>
                <a:lnTo>
                  <a:pt x="37821" y="191974"/>
                </a:lnTo>
                <a:lnTo>
                  <a:pt x="32417" y="210728"/>
                </a:lnTo>
                <a:lnTo>
                  <a:pt x="30340" y="230559"/>
                </a:lnTo>
                <a:lnTo>
                  <a:pt x="30379" y="251009"/>
                </a:lnTo>
                <a:lnTo>
                  <a:pt x="30089" y="271526"/>
                </a:lnTo>
                <a:lnTo>
                  <a:pt x="27182" y="291794"/>
                </a:lnTo>
                <a:lnTo>
                  <a:pt x="21094" y="311904"/>
                </a:lnTo>
                <a:lnTo>
                  <a:pt x="13646" y="332259"/>
                </a:lnTo>
                <a:lnTo>
                  <a:pt x="8052" y="353263"/>
                </a:lnTo>
                <a:lnTo>
                  <a:pt x="6698" y="375024"/>
                </a:lnTo>
                <a:lnTo>
                  <a:pt x="9211" y="397304"/>
                </a:lnTo>
                <a:lnTo>
                  <a:pt x="12442" y="419744"/>
                </a:lnTo>
                <a:lnTo>
                  <a:pt x="12712" y="442160"/>
                </a:lnTo>
                <a:lnTo>
                  <a:pt x="8784" y="464645"/>
                </a:lnTo>
                <a:lnTo>
                  <a:pt x="3106" y="487407"/>
                </a:lnTo>
                <a:lnTo>
                  <a:pt x="0" y="510507"/>
                </a:lnTo>
                <a:lnTo>
                  <a:pt x="2045" y="533795"/>
                </a:lnTo>
                <a:lnTo>
                  <a:pt x="7705" y="557097"/>
                </a:lnTo>
                <a:lnTo>
                  <a:pt x="12467" y="580444"/>
                </a:lnTo>
                <a:lnTo>
                  <a:pt x="12770" y="604052"/>
                </a:lnTo>
                <a:lnTo>
                  <a:pt x="9270" y="628044"/>
                </a:lnTo>
                <a:lnTo>
                  <a:pt x="6385" y="652211"/>
                </a:lnTo>
                <a:lnTo>
                  <a:pt x="8329" y="676130"/>
                </a:lnTo>
                <a:lnTo>
                  <a:pt x="14970" y="696913"/>
                </a:lnTo>
                <a:lnTo>
                  <a:pt x="20180" y="712487"/>
                </a:lnTo>
                <a:lnTo>
                  <a:pt x="22599" y="730015"/>
                </a:lnTo>
                <a:lnTo>
                  <a:pt x="20927" y="747905"/>
                </a:lnTo>
                <a:lnTo>
                  <a:pt x="16547" y="765960"/>
                </a:lnTo>
                <a:lnTo>
                  <a:pt x="12503" y="784109"/>
                </a:lnTo>
                <a:lnTo>
                  <a:pt x="11444" y="802390"/>
                </a:lnTo>
                <a:lnTo>
                  <a:pt x="13899" y="820842"/>
                </a:lnTo>
                <a:lnTo>
                  <a:pt x="18045" y="839411"/>
                </a:lnTo>
                <a:lnTo>
                  <a:pt x="21040" y="857978"/>
                </a:lnTo>
                <a:lnTo>
                  <a:pt x="20912" y="876458"/>
                </a:lnTo>
                <a:lnTo>
                  <a:pt x="17718" y="894859"/>
                </a:lnTo>
                <a:lnTo>
                  <a:pt x="13349" y="913250"/>
                </a:lnTo>
                <a:lnTo>
                  <a:pt x="10277" y="931666"/>
                </a:lnTo>
                <a:lnTo>
                  <a:pt x="10161" y="950043"/>
                </a:lnTo>
                <a:lnTo>
                  <a:pt x="13132" y="968247"/>
                </a:lnTo>
                <a:lnTo>
                  <a:pt x="18001" y="986183"/>
                </a:lnTo>
                <a:lnTo>
                  <a:pt x="23097" y="1003890"/>
                </a:lnTo>
                <a:lnTo>
                  <a:pt x="27150" y="1021561"/>
                </a:lnTo>
                <a:lnTo>
                  <a:pt x="29801" y="1039476"/>
                </a:lnTo>
                <a:lnTo>
                  <a:pt x="31621" y="1057870"/>
                </a:lnTo>
                <a:lnTo>
                  <a:pt x="33767" y="1076822"/>
                </a:lnTo>
                <a:lnTo>
                  <a:pt x="37530" y="1096188"/>
                </a:lnTo>
                <a:lnTo>
                  <a:pt x="43977" y="1115596"/>
                </a:lnTo>
                <a:lnTo>
                  <a:pt x="51116" y="1130046"/>
                </a:lnTo>
                <a:lnTo>
                  <a:pt x="77146" y="1160598"/>
                </a:lnTo>
                <a:lnTo>
                  <a:pt x="112887" y="1178864"/>
                </a:lnTo>
                <a:lnTo>
                  <a:pt x="152897" y="1182062"/>
                </a:lnTo>
                <a:lnTo>
                  <a:pt x="191085" y="1169705"/>
                </a:lnTo>
                <a:lnTo>
                  <a:pt x="221638" y="1143675"/>
                </a:lnTo>
                <a:lnTo>
                  <a:pt x="239904" y="1107934"/>
                </a:lnTo>
                <a:lnTo>
                  <a:pt x="243102" y="1067924"/>
                </a:lnTo>
                <a:lnTo>
                  <a:pt x="230745" y="1029735"/>
                </a:lnTo>
                <a:close/>
              </a:path>
            </a:pathLst>
          </a:custGeom>
          <a:gradFill rotWithShape="1">
            <a:gsLst>
              <a:gs pos="0">
                <a:srgbClr val="FBD5C7"/>
              </a:gs>
              <a:gs pos="30000">
                <a:srgbClr val="F9C6B6"/>
              </a:gs>
              <a:gs pos="64000">
                <a:srgbClr val="F2AD9D"/>
              </a:gs>
              <a:gs pos="100000">
                <a:srgbClr val="E79988"/>
              </a:gs>
            </a:gsLst>
            <a:lin ang="4200000" scaled="1"/>
          </a:gradFill>
          <a:ln w="9525" cap="rnd">
            <a:solidFill>
              <a:srgbClr val="BE7B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ntinuous large intestine and rectum soft reflected light"/>
          <p:cNvSpPr/>
          <p:nvPr/>
        </p:nvSpPr>
        <p:spPr>
          <a:xfrm>
            <a:off x="379457" y="206394"/>
            <a:ext cx="1279228" cy="1555919"/>
          </a:xfrm>
          <a:custGeom>
            <a:avLst/>
            <a:gdLst/>
            <a:ahLst/>
            <a:cxnLst/>
            <a:rect l="0" t="0" r="r" b="b"/>
            <a:pathLst>
              <a:path w="1279228" h="1555919">
                <a:moveTo>
                  <a:pt x="41922" y="1027491"/>
                </a:moveTo>
                <a:cubicBezTo>
                  <a:pt x="40887" y="1025626"/>
                  <a:pt x="37723" y="1020357"/>
                  <a:pt x="35712" y="1016305"/>
                </a:cubicBezTo>
                <a:cubicBezTo>
                  <a:pt x="33701" y="1012253"/>
                  <a:pt x="31642" y="1007647"/>
                  <a:pt x="29856" y="1003178"/>
                </a:cubicBezTo>
                <a:cubicBezTo>
                  <a:pt x="28070" y="998709"/>
                  <a:pt x="26470" y="994138"/>
                  <a:pt x="24994" y="989491"/>
                </a:cubicBezTo>
                <a:cubicBezTo>
                  <a:pt x="23519" y="984844"/>
                  <a:pt x="22207" y="980106"/>
                  <a:pt x="21004" y="975294"/>
                </a:cubicBezTo>
                <a:cubicBezTo>
                  <a:pt x="19801" y="970482"/>
                  <a:pt x="18740" y="965586"/>
                  <a:pt x="17774" y="960617"/>
                </a:cubicBezTo>
                <a:cubicBezTo>
                  <a:pt x="16808" y="955648"/>
                  <a:pt x="15967" y="950600"/>
                  <a:pt x="15207" y="945481"/>
                </a:cubicBezTo>
                <a:cubicBezTo>
                  <a:pt x="14448" y="940363"/>
                  <a:pt x="13798" y="935167"/>
                  <a:pt x="13219" y="929905"/>
                </a:cubicBezTo>
                <a:cubicBezTo>
                  <a:pt x="12640" y="924642"/>
                  <a:pt x="12156" y="919306"/>
                  <a:pt x="11733" y="913906"/>
                </a:cubicBezTo>
                <a:cubicBezTo>
                  <a:pt x="11310" y="908506"/>
                  <a:pt x="10970" y="903035"/>
                  <a:pt x="10682" y="897505"/>
                </a:cubicBezTo>
                <a:cubicBezTo>
                  <a:pt x="10393" y="891975"/>
                  <a:pt x="10177" y="886377"/>
                  <a:pt x="10002" y="880725"/>
                </a:cubicBezTo>
                <a:cubicBezTo>
                  <a:pt x="9828" y="875073"/>
                  <a:pt x="9715" y="869357"/>
                  <a:pt x="9635" y="863592"/>
                </a:cubicBezTo>
                <a:cubicBezTo>
                  <a:pt x="9556" y="857826"/>
                  <a:pt x="9528" y="852002"/>
                  <a:pt x="9525" y="846133"/>
                </a:cubicBezTo>
                <a:cubicBezTo>
                  <a:pt x="9522" y="840265"/>
                  <a:pt x="9562" y="834342"/>
                  <a:pt x="9617" y="828381"/>
                </a:cubicBezTo>
                <a:cubicBezTo>
                  <a:pt x="9673" y="822420"/>
                  <a:pt x="9762" y="816409"/>
                  <a:pt x="9860" y="810367"/>
                </a:cubicBezTo>
                <a:cubicBezTo>
                  <a:pt x="9957" y="804325"/>
                  <a:pt x="10079" y="798239"/>
                  <a:pt x="10201" y="792127"/>
                </a:cubicBezTo>
                <a:cubicBezTo>
                  <a:pt x="10322" y="786015"/>
                  <a:pt x="10460" y="779865"/>
                  <a:pt x="10590" y="773696"/>
                </a:cubicBezTo>
                <a:cubicBezTo>
                  <a:pt x="10719" y="767528"/>
                  <a:pt x="10857" y="761327"/>
                  <a:pt x="10978" y="755114"/>
                </a:cubicBezTo>
                <a:cubicBezTo>
                  <a:pt x="11098" y="748901"/>
                  <a:pt x="11219" y="742662"/>
                  <a:pt x="11314" y="736418"/>
                </a:cubicBezTo>
                <a:cubicBezTo>
                  <a:pt x="11410" y="730174"/>
                  <a:pt x="11497" y="723910"/>
                  <a:pt x="11552" y="717648"/>
                </a:cubicBezTo>
                <a:cubicBezTo>
                  <a:pt x="11606" y="711387"/>
                  <a:pt x="11644" y="705113"/>
                  <a:pt x="11642" y="698847"/>
                </a:cubicBezTo>
                <a:cubicBezTo>
                  <a:pt x="11639" y="692582"/>
                  <a:pt x="11612" y="686311"/>
                  <a:pt x="11536" y="680056"/>
                </a:cubicBezTo>
                <a:cubicBezTo>
                  <a:pt x="11461" y="673801"/>
                  <a:pt x="11353" y="667547"/>
                  <a:pt x="11189" y="661317"/>
                </a:cubicBezTo>
                <a:cubicBezTo>
                  <a:pt x="11025" y="655087"/>
                  <a:pt x="10816" y="648793"/>
                  <a:pt x="10554" y="642675"/>
                </a:cubicBezTo>
                <a:cubicBezTo>
                  <a:pt x="10291" y="636557"/>
                  <a:pt x="10137" y="631317"/>
                  <a:pt x="9615" y="624609"/>
                </a:cubicBezTo>
                <a:cubicBezTo>
                  <a:pt x="9093" y="617901"/>
                  <a:pt x="8114" y="609955"/>
                  <a:pt x="7420" y="602428"/>
                </a:cubicBezTo>
                <a:cubicBezTo>
                  <a:pt x="6726" y="594901"/>
                  <a:pt x="6057" y="587099"/>
                  <a:pt x="5452" y="579447"/>
                </a:cubicBezTo>
                <a:cubicBezTo>
                  <a:pt x="4846" y="571794"/>
                  <a:pt x="4291" y="564146"/>
                  <a:pt x="3786" y="556515"/>
                </a:cubicBezTo>
                <a:cubicBezTo>
                  <a:pt x="3282" y="548883"/>
                  <a:pt x="2827" y="541259"/>
                  <a:pt x="2424" y="533656"/>
                </a:cubicBezTo>
                <a:cubicBezTo>
                  <a:pt x="2020" y="526052"/>
                  <a:pt x="1666" y="518461"/>
                  <a:pt x="1364" y="510893"/>
                </a:cubicBezTo>
                <a:cubicBezTo>
                  <a:pt x="1061" y="503326"/>
                  <a:pt x="808" y="495775"/>
                  <a:pt x="606" y="488251"/>
                </a:cubicBezTo>
                <a:cubicBezTo>
                  <a:pt x="404" y="480728"/>
                  <a:pt x="253" y="473225"/>
                  <a:pt x="152" y="465753"/>
                </a:cubicBezTo>
                <a:cubicBezTo>
                  <a:pt x="51" y="458282"/>
                  <a:pt x="0" y="450835"/>
                  <a:pt x="0" y="443423"/>
                </a:cubicBezTo>
                <a:cubicBezTo>
                  <a:pt x="0" y="436011"/>
                  <a:pt x="51" y="428628"/>
                  <a:pt x="152" y="421283"/>
                </a:cubicBezTo>
                <a:cubicBezTo>
                  <a:pt x="253" y="413939"/>
                  <a:pt x="405" y="406627"/>
                  <a:pt x="607" y="399358"/>
                </a:cubicBezTo>
                <a:cubicBezTo>
                  <a:pt x="809" y="392089"/>
                  <a:pt x="1062" y="384856"/>
                  <a:pt x="1366" y="377671"/>
                </a:cubicBezTo>
                <a:cubicBezTo>
                  <a:pt x="1670" y="370485"/>
                  <a:pt x="2025" y="363339"/>
                  <a:pt x="2430" y="356244"/>
                </a:cubicBezTo>
                <a:cubicBezTo>
                  <a:pt x="2836" y="349149"/>
                  <a:pt x="3292" y="342098"/>
                  <a:pt x="3800" y="335101"/>
                </a:cubicBezTo>
                <a:cubicBezTo>
                  <a:pt x="4307" y="328105"/>
                  <a:pt x="4865" y="321155"/>
                  <a:pt x="5475" y="314265"/>
                </a:cubicBezTo>
                <a:cubicBezTo>
                  <a:pt x="6085" y="307374"/>
                  <a:pt x="6745" y="300535"/>
                  <a:pt x="7458" y="293758"/>
                </a:cubicBezTo>
                <a:cubicBezTo>
                  <a:pt x="8170" y="286981"/>
                  <a:pt x="8933" y="280259"/>
                  <a:pt x="9748" y="273603"/>
                </a:cubicBezTo>
                <a:cubicBezTo>
                  <a:pt x="10564" y="266947"/>
                  <a:pt x="11430" y="260350"/>
                  <a:pt x="12349" y="253823"/>
                </a:cubicBezTo>
                <a:cubicBezTo>
                  <a:pt x="13268" y="247295"/>
                  <a:pt x="14238" y="240830"/>
                  <a:pt x="15261" y="234438"/>
                </a:cubicBezTo>
                <a:cubicBezTo>
                  <a:pt x="16284" y="228047"/>
                  <a:pt x="17359" y="221721"/>
                  <a:pt x="18487" y="215472"/>
                </a:cubicBezTo>
                <a:cubicBezTo>
                  <a:pt x="19615" y="209223"/>
                  <a:pt x="20795" y="203044"/>
                  <a:pt x="22029" y="196945"/>
                </a:cubicBezTo>
                <a:cubicBezTo>
                  <a:pt x="23263" y="190846"/>
                  <a:pt x="24550" y="184820"/>
                  <a:pt x="25891" y="178878"/>
                </a:cubicBezTo>
                <a:cubicBezTo>
                  <a:pt x="27232" y="172937"/>
                  <a:pt x="28626" y="167071"/>
                  <a:pt x="30075" y="161293"/>
                </a:cubicBezTo>
                <a:cubicBezTo>
                  <a:pt x="31525" y="155515"/>
                  <a:pt x="33060" y="149709"/>
                  <a:pt x="34587" y="144209"/>
                </a:cubicBezTo>
                <a:cubicBezTo>
                  <a:pt x="36115" y="138710"/>
                  <a:pt x="37827" y="133285"/>
                  <a:pt x="39240" y="128297"/>
                </a:cubicBezTo>
                <a:cubicBezTo>
                  <a:pt x="40654" y="123309"/>
                  <a:pt x="41681" y="118925"/>
                  <a:pt x="43067" y="114282"/>
                </a:cubicBezTo>
                <a:cubicBezTo>
                  <a:pt x="44453" y="109638"/>
                  <a:pt x="45983" y="104881"/>
                  <a:pt x="47556" y="100439"/>
                </a:cubicBezTo>
                <a:cubicBezTo>
                  <a:pt x="49129" y="95996"/>
                  <a:pt x="50769" y="91733"/>
                  <a:pt x="52506" y="87626"/>
                </a:cubicBezTo>
                <a:cubicBezTo>
                  <a:pt x="54243" y="83519"/>
                  <a:pt x="56054" y="79581"/>
                  <a:pt x="57978" y="75795"/>
                </a:cubicBezTo>
                <a:cubicBezTo>
                  <a:pt x="59901" y="72010"/>
                  <a:pt x="61909" y="68383"/>
                  <a:pt x="64049" y="64911"/>
                </a:cubicBezTo>
                <a:cubicBezTo>
                  <a:pt x="66189" y="61439"/>
                  <a:pt x="68428" y="58117"/>
                  <a:pt x="70819" y="54961"/>
                </a:cubicBezTo>
                <a:cubicBezTo>
                  <a:pt x="73211" y="51806"/>
                  <a:pt x="75721" y="48795"/>
                  <a:pt x="78398" y="45979"/>
                </a:cubicBezTo>
                <a:cubicBezTo>
                  <a:pt x="81075" y="43163"/>
                  <a:pt x="83898" y="40495"/>
                  <a:pt x="86882" y="38064"/>
                </a:cubicBezTo>
                <a:cubicBezTo>
                  <a:pt x="89866" y="35632"/>
                  <a:pt x="93021" y="33371"/>
                  <a:pt x="96304" y="31389"/>
                </a:cubicBezTo>
                <a:cubicBezTo>
                  <a:pt x="99587" y="29407"/>
                  <a:pt x="103049" y="27637"/>
                  <a:pt x="106579" y="26175"/>
                </a:cubicBezTo>
                <a:cubicBezTo>
                  <a:pt x="110109" y="24712"/>
                  <a:pt x="113797" y="23511"/>
                  <a:pt x="117482" y="22612"/>
                </a:cubicBezTo>
                <a:cubicBezTo>
                  <a:pt x="121168" y="21712"/>
                  <a:pt x="124957" y="21113"/>
                  <a:pt x="128694" y="20778"/>
                </a:cubicBezTo>
                <a:cubicBezTo>
                  <a:pt x="132431" y="20443"/>
                  <a:pt x="136203" y="20414"/>
                  <a:pt x="139904" y="20603"/>
                </a:cubicBezTo>
                <a:cubicBezTo>
                  <a:pt x="143605" y="20792"/>
                  <a:pt x="147285" y="21263"/>
                  <a:pt x="150899" y="21911"/>
                </a:cubicBezTo>
                <a:cubicBezTo>
                  <a:pt x="154514" y="22560"/>
                  <a:pt x="158077" y="23452"/>
                  <a:pt x="161591" y="24495"/>
                </a:cubicBezTo>
                <a:cubicBezTo>
                  <a:pt x="165105" y="25538"/>
                  <a:pt x="168560" y="26786"/>
                  <a:pt x="171982" y="28170"/>
                </a:cubicBezTo>
                <a:cubicBezTo>
                  <a:pt x="175405" y="29554"/>
                  <a:pt x="178775" y="31113"/>
                  <a:pt x="182127" y="32798"/>
                </a:cubicBezTo>
                <a:cubicBezTo>
                  <a:pt x="185480" y="34484"/>
                  <a:pt x="188792" y="36323"/>
                  <a:pt x="192098" y="38283"/>
                </a:cubicBezTo>
                <a:cubicBezTo>
                  <a:pt x="195404" y="40244"/>
                  <a:pt x="198682" y="42343"/>
                  <a:pt x="201963" y="44560"/>
                </a:cubicBezTo>
                <a:cubicBezTo>
                  <a:pt x="205244" y="46777"/>
                  <a:pt x="208509" y="49125"/>
                  <a:pt x="211783" y="51586"/>
                </a:cubicBezTo>
                <a:cubicBezTo>
                  <a:pt x="215057" y="54047"/>
                  <a:pt x="218325" y="56632"/>
                  <a:pt x="221607" y="59329"/>
                </a:cubicBezTo>
                <a:cubicBezTo>
                  <a:pt x="224888" y="62025"/>
                  <a:pt x="228172" y="64840"/>
                  <a:pt x="231472" y="67764"/>
                </a:cubicBezTo>
                <a:cubicBezTo>
                  <a:pt x="234772" y="70688"/>
                  <a:pt x="238225" y="73865"/>
                  <a:pt x="241408" y="76871"/>
                </a:cubicBezTo>
                <a:cubicBezTo>
                  <a:pt x="244591" y="79877"/>
                  <a:pt x="246555" y="82090"/>
                  <a:pt x="250569" y="85798"/>
                </a:cubicBezTo>
                <a:cubicBezTo>
                  <a:pt x="254583" y="89506"/>
                  <a:pt x="260460" y="94775"/>
                  <a:pt x="265492" y="99117"/>
                </a:cubicBezTo>
                <a:cubicBezTo>
                  <a:pt x="270525" y="103460"/>
                  <a:pt x="275619" y="107707"/>
                  <a:pt x="280766" y="111855"/>
                </a:cubicBezTo>
                <a:cubicBezTo>
                  <a:pt x="285912" y="116003"/>
                  <a:pt x="291118" y="120055"/>
                  <a:pt x="296373" y="124007"/>
                </a:cubicBezTo>
                <a:cubicBezTo>
                  <a:pt x="301627" y="127958"/>
                  <a:pt x="306937" y="131812"/>
                  <a:pt x="312292" y="135564"/>
                </a:cubicBezTo>
                <a:cubicBezTo>
                  <a:pt x="317648" y="139317"/>
                  <a:pt x="323055" y="142970"/>
                  <a:pt x="328505" y="146520"/>
                </a:cubicBezTo>
                <a:cubicBezTo>
                  <a:pt x="333954" y="150070"/>
                  <a:pt x="339452" y="153520"/>
                  <a:pt x="344988" y="156866"/>
                </a:cubicBezTo>
                <a:cubicBezTo>
                  <a:pt x="350525" y="160212"/>
                  <a:pt x="356107" y="163456"/>
                  <a:pt x="361723" y="166594"/>
                </a:cubicBezTo>
                <a:cubicBezTo>
                  <a:pt x="367340" y="169733"/>
                  <a:pt x="372998" y="172768"/>
                  <a:pt x="378688" y="175697"/>
                </a:cubicBezTo>
                <a:cubicBezTo>
                  <a:pt x="384378" y="178626"/>
                  <a:pt x="390106" y="181450"/>
                  <a:pt x="395862" y="184167"/>
                </a:cubicBezTo>
                <a:cubicBezTo>
                  <a:pt x="401618" y="186883"/>
                  <a:pt x="407409" y="189494"/>
                  <a:pt x="413225" y="191996"/>
                </a:cubicBezTo>
                <a:cubicBezTo>
                  <a:pt x="419040" y="194498"/>
                  <a:pt x="424887" y="196893"/>
                  <a:pt x="430755" y="199177"/>
                </a:cubicBezTo>
                <a:cubicBezTo>
                  <a:pt x="436623" y="201462"/>
                  <a:pt x="442518" y="203638"/>
                  <a:pt x="448432" y="205703"/>
                </a:cubicBezTo>
                <a:cubicBezTo>
                  <a:pt x="454345" y="207768"/>
                  <a:pt x="460283" y="209724"/>
                  <a:pt x="466234" y="211567"/>
                </a:cubicBezTo>
                <a:cubicBezTo>
                  <a:pt x="472186" y="213410"/>
                  <a:pt x="478159" y="215143"/>
                  <a:pt x="484142" y="216761"/>
                </a:cubicBezTo>
                <a:cubicBezTo>
                  <a:pt x="490126" y="218380"/>
                  <a:pt x="496127" y="219887"/>
                  <a:pt x="502135" y="221280"/>
                </a:cubicBezTo>
                <a:cubicBezTo>
                  <a:pt x="508143" y="222672"/>
                  <a:pt x="514165" y="223951"/>
                  <a:pt x="520191" y="225115"/>
                </a:cubicBezTo>
                <a:cubicBezTo>
                  <a:pt x="526217" y="226278"/>
                  <a:pt x="532254" y="227328"/>
                  <a:pt x="538291" y="228261"/>
                </a:cubicBezTo>
                <a:cubicBezTo>
                  <a:pt x="544329" y="229193"/>
                  <a:pt x="550373" y="230011"/>
                  <a:pt x="556415" y="230711"/>
                </a:cubicBezTo>
                <a:cubicBezTo>
                  <a:pt x="562457" y="231410"/>
                  <a:pt x="568503" y="231994"/>
                  <a:pt x="574542" y="232459"/>
                </a:cubicBezTo>
                <a:cubicBezTo>
                  <a:pt x="580582" y="232923"/>
                  <a:pt x="586622" y="233270"/>
                  <a:pt x="592654" y="233498"/>
                </a:cubicBezTo>
                <a:cubicBezTo>
                  <a:pt x="598685" y="233725"/>
                  <a:pt x="604713" y="233834"/>
                  <a:pt x="610729" y="233822"/>
                </a:cubicBezTo>
                <a:cubicBezTo>
                  <a:pt x="616745" y="233810"/>
                  <a:pt x="622756" y="233679"/>
                  <a:pt x="628750" y="233426"/>
                </a:cubicBezTo>
                <a:cubicBezTo>
                  <a:pt x="634745" y="233173"/>
                  <a:pt x="640663" y="232808"/>
                  <a:pt x="646698" y="232303"/>
                </a:cubicBezTo>
                <a:cubicBezTo>
                  <a:pt x="652734" y="231798"/>
                  <a:pt x="658086" y="231164"/>
                  <a:pt x="664962" y="230398"/>
                </a:cubicBezTo>
                <a:cubicBezTo>
                  <a:pt x="671839" y="229632"/>
                  <a:pt x="680394" y="228720"/>
                  <a:pt x="687955" y="227708"/>
                </a:cubicBezTo>
                <a:cubicBezTo>
                  <a:pt x="695517" y="226696"/>
                  <a:pt x="702921" y="225570"/>
                  <a:pt x="710333" y="224327"/>
                </a:cubicBezTo>
                <a:cubicBezTo>
                  <a:pt x="717746" y="223085"/>
                  <a:pt x="725113" y="221721"/>
                  <a:pt x="732432" y="220253"/>
                </a:cubicBezTo>
                <a:cubicBezTo>
                  <a:pt x="739750" y="218785"/>
                  <a:pt x="747021" y="217202"/>
                  <a:pt x="754243" y="215520"/>
                </a:cubicBezTo>
                <a:cubicBezTo>
                  <a:pt x="761464" y="213838"/>
                  <a:pt x="768637" y="212047"/>
                  <a:pt x="775759" y="210162"/>
                </a:cubicBezTo>
                <a:cubicBezTo>
                  <a:pt x="782881" y="208278"/>
                  <a:pt x="789954" y="206289"/>
                  <a:pt x="796973" y="204214"/>
                </a:cubicBezTo>
                <a:cubicBezTo>
                  <a:pt x="803993" y="202138"/>
                  <a:pt x="810962" y="199964"/>
                  <a:pt x="817877" y="197709"/>
                </a:cubicBezTo>
                <a:cubicBezTo>
                  <a:pt x="824792" y="195454"/>
                  <a:pt x="831655" y="193106"/>
                  <a:pt x="838462" y="190682"/>
                </a:cubicBezTo>
                <a:cubicBezTo>
                  <a:pt x="845269" y="188259"/>
                  <a:pt x="852023" y="185749"/>
                  <a:pt x="858719" y="183169"/>
                </a:cubicBezTo>
                <a:cubicBezTo>
                  <a:pt x="865415" y="180589"/>
                  <a:pt x="872057" y="177928"/>
                  <a:pt x="878639" y="175204"/>
                </a:cubicBezTo>
                <a:cubicBezTo>
                  <a:pt x="885222" y="172479"/>
                  <a:pt x="891748" y="169679"/>
                  <a:pt x="898213" y="166822"/>
                </a:cubicBezTo>
                <a:cubicBezTo>
                  <a:pt x="904679" y="163964"/>
                  <a:pt x="911087" y="161037"/>
                  <a:pt x="917433" y="158058"/>
                </a:cubicBezTo>
                <a:cubicBezTo>
                  <a:pt x="923778" y="155079"/>
                  <a:pt x="930065" y="152037"/>
                  <a:pt x="936287" y="148949"/>
                </a:cubicBezTo>
                <a:cubicBezTo>
                  <a:pt x="942510" y="145860"/>
                  <a:pt x="948672" y="142715"/>
                  <a:pt x="954768" y="139529"/>
                </a:cubicBezTo>
                <a:cubicBezTo>
                  <a:pt x="960865" y="136343"/>
                  <a:pt x="966899" y="133106"/>
                  <a:pt x="972866" y="129835"/>
                </a:cubicBezTo>
                <a:cubicBezTo>
                  <a:pt x="978833" y="126563"/>
                  <a:pt x="984736" y="123246"/>
                  <a:pt x="990570" y="119902"/>
                </a:cubicBezTo>
                <a:cubicBezTo>
                  <a:pt x="996405" y="116557"/>
                  <a:pt x="1002174" y="113173"/>
                  <a:pt x="1007873" y="109767"/>
                </a:cubicBezTo>
                <a:cubicBezTo>
                  <a:pt x="1013572" y="106361"/>
                  <a:pt x="1019204" y="102921"/>
                  <a:pt x="1024764" y="99465"/>
                </a:cubicBezTo>
                <a:cubicBezTo>
                  <a:pt x="1030325" y="96010"/>
                  <a:pt x="1035816" y="92527"/>
                  <a:pt x="1041235" y="89034"/>
                </a:cubicBezTo>
                <a:cubicBezTo>
                  <a:pt x="1046653" y="85542"/>
                  <a:pt x="1052001" y="82028"/>
                  <a:pt x="1057275" y="78510"/>
                </a:cubicBezTo>
                <a:cubicBezTo>
                  <a:pt x="1062548" y="74992"/>
                  <a:pt x="1067750" y="71459"/>
                  <a:pt x="1072876" y="67929"/>
                </a:cubicBezTo>
                <a:cubicBezTo>
                  <a:pt x="1078001" y="64398"/>
                  <a:pt x="1083054" y="60858"/>
                  <a:pt x="1088028" y="57327"/>
                </a:cubicBezTo>
                <a:cubicBezTo>
                  <a:pt x="1093003" y="53796"/>
                  <a:pt x="1097893" y="50268"/>
                  <a:pt x="1102724" y="46741"/>
                </a:cubicBezTo>
                <a:cubicBezTo>
                  <a:pt x="1107554" y="43214"/>
                  <a:pt x="1112585" y="39463"/>
                  <a:pt x="1117012" y="36163"/>
                </a:cubicBezTo>
                <a:cubicBezTo>
                  <a:pt x="1121439" y="32863"/>
                  <a:pt x="1125101" y="29876"/>
                  <a:pt x="1129286" y="26943"/>
                </a:cubicBezTo>
                <a:cubicBezTo>
                  <a:pt x="1133472" y="24010"/>
                  <a:pt x="1137872" y="21112"/>
                  <a:pt x="1142127" y="18563"/>
                </a:cubicBezTo>
                <a:cubicBezTo>
                  <a:pt x="1146382" y="16014"/>
                  <a:pt x="1150592" y="13703"/>
                  <a:pt x="1154816" y="11648"/>
                </a:cubicBezTo>
                <a:cubicBezTo>
                  <a:pt x="1159040" y="9593"/>
                  <a:pt x="1163238" y="7771"/>
                  <a:pt x="1167472" y="6231"/>
                </a:cubicBezTo>
                <a:cubicBezTo>
                  <a:pt x="1171705" y="4692"/>
                  <a:pt x="1175940" y="3387"/>
                  <a:pt x="1180218" y="2411"/>
                </a:cubicBezTo>
                <a:cubicBezTo>
                  <a:pt x="1184495" y="1434"/>
                  <a:pt x="1188809" y="710"/>
                  <a:pt x="1193135" y="374"/>
                </a:cubicBezTo>
                <a:cubicBezTo>
                  <a:pt x="1197460" y="38"/>
                  <a:pt x="1201853" y="0"/>
                  <a:pt x="1206171" y="395"/>
                </a:cubicBezTo>
                <a:cubicBezTo>
                  <a:pt x="1210490" y="790"/>
                  <a:pt x="1214868" y="1558"/>
                  <a:pt x="1219044" y="2745"/>
                </a:cubicBezTo>
                <a:cubicBezTo>
                  <a:pt x="1223221" y="3932"/>
                  <a:pt x="1227378" y="5560"/>
                  <a:pt x="1231230" y="7516"/>
                </a:cubicBezTo>
                <a:cubicBezTo>
                  <a:pt x="1235082" y="9473"/>
                  <a:pt x="1238784" y="11874"/>
                  <a:pt x="1242154" y="14486"/>
                </a:cubicBezTo>
                <a:cubicBezTo>
                  <a:pt x="1245524" y="17097"/>
                  <a:pt x="1248632" y="20077"/>
                  <a:pt x="1251450" y="23185"/>
                </a:cubicBezTo>
                <a:cubicBezTo>
                  <a:pt x="1254268" y="26292"/>
                  <a:pt x="1256780" y="29663"/>
                  <a:pt x="1259061" y="33129"/>
                </a:cubicBezTo>
                <a:cubicBezTo>
                  <a:pt x="1261343" y="36596"/>
                  <a:pt x="1263333" y="40242"/>
                  <a:pt x="1265140" y="43981"/>
                </a:cubicBezTo>
                <a:cubicBezTo>
                  <a:pt x="1266947" y="47721"/>
                  <a:pt x="1268502" y="51593"/>
                  <a:pt x="1269902" y="55567"/>
                </a:cubicBezTo>
                <a:cubicBezTo>
                  <a:pt x="1271302" y="59542"/>
                  <a:pt x="1272491" y="63629"/>
                  <a:pt x="1273541" y="67827"/>
                </a:cubicBezTo>
                <a:cubicBezTo>
                  <a:pt x="1274592" y="72025"/>
                  <a:pt x="1275463" y="76332"/>
                  <a:pt x="1276204" y="80754"/>
                </a:cubicBezTo>
                <a:cubicBezTo>
                  <a:pt x="1276945" y="85176"/>
                  <a:pt x="1277530" y="89710"/>
                  <a:pt x="1277990" y="94361"/>
                </a:cubicBezTo>
                <a:cubicBezTo>
                  <a:pt x="1278450" y="99013"/>
                  <a:pt x="1278768" y="103779"/>
                  <a:pt x="1278966" y="108663"/>
                </a:cubicBezTo>
                <a:cubicBezTo>
                  <a:pt x="1279163" y="113548"/>
                  <a:pt x="1279228" y="118550"/>
                  <a:pt x="1279173" y="123669"/>
                </a:cubicBezTo>
                <a:cubicBezTo>
                  <a:pt x="1279119" y="128789"/>
                  <a:pt x="1278938" y="134027"/>
                  <a:pt x="1278639" y="139381"/>
                </a:cubicBezTo>
                <a:cubicBezTo>
                  <a:pt x="1278341" y="144735"/>
                  <a:pt x="1277919" y="150207"/>
                  <a:pt x="1277380" y="155793"/>
                </a:cubicBezTo>
                <a:cubicBezTo>
                  <a:pt x="1276841" y="161378"/>
                  <a:pt x="1276182" y="167081"/>
                  <a:pt x="1275406" y="172893"/>
                </a:cubicBezTo>
                <a:cubicBezTo>
                  <a:pt x="1274629" y="178706"/>
                  <a:pt x="1273681" y="184948"/>
                  <a:pt x="1272720" y="190666"/>
                </a:cubicBezTo>
                <a:cubicBezTo>
                  <a:pt x="1271759" y="196385"/>
                  <a:pt x="1270502" y="200836"/>
                  <a:pt x="1269641" y="207204"/>
                </a:cubicBezTo>
                <a:cubicBezTo>
                  <a:pt x="1268781" y="213572"/>
                  <a:pt x="1268223" y="221376"/>
                  <a:pt x="1267557" y="228874"/>
                </a:cubicBezTo>
                <a:cubicBezTo>
                  <a:pt x="1266890" y="236372"/>
                  <a:pt x="1266236" y="244300"/>
                  <a:pt x="1265642" y="252191"/>
                </a:cubicBezTo>
                <a:cubicBezTo>
                  <a:pt x="1265048" y="260082"/>
                  <a:pt x="1264500" y="268103"/>
                  <a:pt x="1263992" y="276220"/>
                </a:cubicBezTo>
                <a:cubicBezTo>
                  <a:pt x="1263484" y="284337"/>
                  <a:pt x="1263021" y="292573"/>
                  <a:pt x="1262596" y="300894"/>
                </a:cubicBezTo>
                <a:cubicBezTo>
                  <a:pt x="1262171" y="309215"/>
                  <a:pt x="1261788" y="317643"/>
                  <a:pt x="1261442" y="326145"/>
                </a:cubicBezTo>
                <a:cubicBezTo>
                  <a:pt x="1261096" y="334648"/>
                  <a:pt x="1260791" y="343246"/>
                  <a:pt x="1260520" y="351908"/>
                </a:cubicBezTo>
                <a:cubicBezTo>
                  <a:pt x="1260250" y="360571"/>
                  <a:pt x="1260018" y="369318"/>
                  <a:pt x="1259818" y="378118"/>
                </a:cubicBezTo>
                <a:cubicBezTo>
                  <a:pt x="1259619" y="386919"/>
                  <a:pt x="1259456" y="395793"/>
                  <a:pt x="1259324" y="404710"/>
                </a:cubicBezTo>
                <a:cubicBezTo>
                  <a:pt x="1259193" y="413627"/>
                  <a:pt x="1259096" y="422607"/>
                  <a:pt x="1259027" y="431619"/>
                </a:cubicBezTo>
                <a:cubicBezTo>
                  <a:pt x="1258959" y="440631"/>
                  <a:pt x="1258923" y="449696"/>
                  <a:pt x="1258914" y="458782"/>
                </a:cubicBezTo>
                <a:cubicBezTo>
                  <a:pt x="1258905" y="467868"/>
                  <a:pt x="1258927" y="476996"/>
                  <a:pt x="1258974" y="486134"/>
                </a:cubicBezTo>
                <a:cubicBezTo>
                  <a:pt x="1259020" y="495273"/>
                  <a:pt x="1259096" y="504443"/>
                  <a:pt x="1259194" y="513613"/>
                </a:cubicBezTo>
                <a:cubicBezTo>
                  <a:pt x="1259292" y="522783"/>
                  <a:pt x="1259416" y="531974"/>
                  <a:pt x="1259562" y="541154"/>
                </a:cubicBezTo>
                <a:cubicBezTo>
                  <a:pt x="1259707" y="550335"/>
                  <a:pt x="1259877" y="559526"/>
                  <a:pt x="1260066" y="568696"/>
                </a:cubicBezTo>
                <a:cubicBezTo>
                  <a:pt x="1260254" y="577866"/>
                  <a:pt x="1260465" y="587036"/>
                  <a:pt x="1260693" y="596174"/>
                </a:cubicBezTo>
                <a:cubicBezTo>
                  <a:pt x="1260921" y="605313"/>
                  <a:pt x="1261169" y="614441"/>
                  <a:pt x="1261432" y="623527"/>
                </a:cubicBezTo>
                <a:cubicBezTo>
                  <a:pt x="1261695" y="632613"/>
                  <a:pt x="1261976" y="641679"/>
                  <a:pt x="1262270" y="650692"/>
                </a:cubicBezTo>
                <a:cubicBezTo>
                  <a:pt x="1262564" y="659705"/>
                  <a:pt x="1262874" y="668686"/>
                  <a:pt x="1263194" y="677605"/>
                </a:cubicBezTo>
                <a:cubicBezTo>
                  <a:pt x="1263515" y="686524"/>
                  <a:pt x="1263850" y="695401"/>
                  <a:pt x="1264193" y="704205"/>
                </a:cubicBezTo>
                <a:cubicBezTo>
                  <a:pt x="1264537" y="713009"/>
                  <a:pt x="1264893" y="721761"/>
                  <a:pt x="1265255" y="730430"/>
                </a:cubicBezTo>
                <a:cubicBezTo>
                  <a:pt x="1265617" y="739098"/>
                  <a:pt x="1265989" y="747704"/>
                  <a:pt x="1266366" y="756216"/>
                </a:cubicBezTo>
                <a:cubicBezTo>
                  <a:pt x="1266742" y="764729"/>
                  <a:pt x="1267127" y="773168"/>
                  <a:pt x="1267514" y="781503"/>
                </a:cubicBezTo>
                <a:cubicBezTo>
                  <a:pt x="1267901" y="789838"/>
                  <a:pt x="1268299" y="798175"/>
                  <a:pt x="1268687" y="806228"/>
                </a:cubicBezTo>
                <a:cubicBezTo>
                  <a:pt x="1269076" y="814281"/>
                  <a:pt x="1269343" y="822339"/>
                  <a:pt x="1269844" y="829824"/>
                </a:cubicBezTo>
                <a:cubicBezTo>
                  <a:pt x="1270345" y="837308"/>
                  <a:pt x="1271246" y="843888"/>
                  <a:pt x="1271692" y="851136"/>
                </a:cubicBezTo>
                <a:cubicBezTo>
                  <a:pt x="1272139" y="858384"/>
                  <a:pt x="1272432" y="866000"/>
                  <a:pt x="1272522" y="873313"/>
                </a:cubicBezTo>
                <a:cubicBezTo>
                  <a:pt x="1272612" y="880626"/>
                  <a:pt x="1272512" y="887862"/>
                  <a:pt x="1272232" y="895013"/>
                </a:cubicBezTo>
                <a:cubicBezTo>
                  <a:pt x="1271952" y="902164"/>
                  <a:pt x="1271486" y="909235"/>
                  <a:pt x="1270843" y="916218"/>
                </a:cubicBezTo>
                <a:cubicBezTo>
                  <a:pt x="1270199" y="923200"/>
                  <a:pt x="1269372" y="930100"/>
                  <a:pt x="1268372" y="936907"/>
                </a:cubicBezTo>
                <a:cubicBezTo>
                  <a:pt x="1267371" y="943714"/>
                  <a:pt x="1266190" y="950435"/>
                  <a:pt x="1264839" y="957059"/>
                </a:cubicBezTo>
                <a:cubicBezTo>
                  <a:pt x="1263488" y="963684"/>
                  <a:pt x="1261960" y="970219"/>
                  <a:pt x="1260266" y="976654"/>
                </a:cubicBezTo>
                <a:cubicBezTo>
                  <a:pt x="1258572" y="983088"/>
                  <a:pt x="1256704" y="989430"/>
                  <a:pt x="1254675" y="995667"/>
                </a:cubicBezTo>
                <a:cubicBezTo>
                  <a:pt x="1252645" y="1001904"/>
                  <a:pt x="1250446" y="1008044"/>
                  <a:pt x="1248089" y="1014076"/>
                </a:cubicBezTo>
                <a:cubicBezTo>
                  <a:pt x="1245731" y="1020107"/>
                  <a:pt x="1243208" y="1026038"/>
                  <a:pt x="1240532" y="1031856"/>
                </a:cubicBezTo>
                <a:cubicBezTo>
                  <a:pt x="1237857" y="1037674"/>
                  <a:pt x="1235019" y="1043388"/>
                  <a:pt x="1232033" y="1048985"/>
                </a:cubicBezTo>
                <a:cubicBezTo>
                  <a:pt x="1229048" y="1054582"/>
                  <a:pt x="1225905" y="1060070"/>
                  <a:pt x="1222619" y="1065438"/>
                </a:cubicBezTo>
                <a:cubicBezTo>
                  <a:pt x="1219333" y="1070806"/>
                  <a:pt x="1215895" y="1076062"/>
                  <a:pt x="1212320" y="1081194"/>
                </a:cubicBezTo>
                <a:cubicBezTo>
                  <a:pt x="1208744" y="1086326"/>
                  <a:pt x="1205021" y="1091341"/>
                  <a:pt x="1201166" y="1096229"/>
                </a:cubicBezTo>
                <a:cubicBezTo>
                  <a:pt x="1197311" y="1101118"/>
                  <a:pt x="1193314" y="1105886"/>
                  <a:pt x="1189190" y="1110524"/>
                </a:cubicBezTo>
                <a:cubicBezTo>
                  <a:pt x="1185067" y="1115163"/>
                  <a:pt x="1180806" y="1119677"/>
                  <a:pt x="1176425" y="1124059"/>
                </a:cubicBezTo>
                <a:cubicBezTo>
                  <a:pt x="1172044" y="1128441"/>
                  <a:pt x="1167531" y="1132697"/>
                  <a:pt x="1162904" y="1136817"/>
                </a:cubicBezTo>
                <a:cubicBezTo>
                  <a:pt x="1158276" y="1140936"/>
                  <a:pt x="1153523" y="1144927"/>
                  <a:pt x="1148660" y="1148779"/>
                </a:cubicBezTo>
                <a:cubicBezTo>
                  <a:pt x="1143798" y="1152632"/>
                  <a:pt x="1138815" y="1156351"/>
                  <a:pt x="1133728" y="1159932"/>
                </a:cubicBezTo>
                <a:cubicBezTo>
                  <a:pt x="1128642" y="1163512"/>
                  <a:pt x="1123441" y="1166957"/>
                  <a:pt x="1118141" y="1170260"/>
                </a:cubicBezTo>
                <a:cubicBezTo>
                  <a:pt x="1112842" y="1173564"/>
                  <a:pt x="1107434" y="1176730"/>
                  <a:pt x="1101932" y="1179753"/>
                </a:cubicBezTo>
                <a:cubicBezTo>
                  <a:pt x="1096431" y="1182775"/>
                  <a:pt x="1090827" y="1185658"/>
                  <a:pt x="1085134" y="1188396"/>
                </a:cubicBezTo>
                <a:cubicBezTo>
                  <a:pt x="1079442" y="1191134"/>
                  <a:pt x="1073690" y="1193717"/>
                  <a:pt x="1067779" y="1196180"/>
                </a:cubicBezTo>
                <a:cubicBezTo>
                  <a:pt x="1061867" y="1198644"/>
                  <a:pt x="1055832" y="1201037"/>
                  <a:pt x="1049664" y="1203177"/>
                </a:cubicBezTo>
                <a:cubicBezTo>
                  <a:pt x="1043496" y="1205317"/>
                  <a:pt x="1037117" y="1207342"/>
                  <a:pt x="1030771" y="1209022"/>
                </a:cubicBezTo>
                <a:cubicBezTo>
                  <a:pt x="1024425" y="1210702"/>
                  <a:pt x="1017974" y="1212108"/>
                  <a:pt x="1011588" y="1213259"/>
                </a:cubicBezTo>
                <a:cubicBezTo>
                  <a:pt x="1005203" y="1214410"/>
                  <a:pt x="998816" y="1215275"/>
                  <a:pt x="992460" y="1215929"/>
                </a:cubicBezTo>
                <a:cubicBezTo>
                  <a:pt x="986104" y="1216583"/>
                  <a:pt x="979759" y="1216974"/>
                  <a:pt x="973451" y="1217181"/>
                </a:cubicBezTo>
                <a:cubicBezTo>
                  <a:pt x="967142" y="1217387"/>
                  <a:pt x="960856" y="1217358"/>
                  <a:pt x="954609" y="1217169"/>
                </a:cubicBezTo>
                <a:cubicBezTo>
                  <a:pt x="948361" y="1216980"/>
                  <a:pt x="942144" y="1216581"/>
                  <a:pt x="935967" y="1216048"/>
                </a:cubicBezTo>
                <a:cubicBezTo>
                  <a:pt x="929789" y="1215515"/>
                  <a:pt x="923647" y="1214798"/>
                  <a:pt x="917546" y="1213971"/>
                </a:cubicBezTo>
                <a:cubicBezTo>
                  <a:pt x="911445" y="1213143"/>
                  <a:pt x="905381" y="1212157"/>
                  <a:pt x="899360" y="1211083"/>
                </a:cubicBezTo>
                <a:cubicBezTo>
                  <a:pt x="893338" y="1210009"/>
                  <a:pt x="887356" y="1208801"/>
                  <a:pt x="881416" y="1207527"/>
                </a:cubicBezTo>
                <a:cubicBezTo>
                  <a:pt x="875477" y="1206252"/>
                  <a:pt x="869578" y="1204867"/>
                  <a:pt x="863723" y="1203437"/>
                </a:cubicBezTo>
                <a:cubicBezTo>
                  <a:pt x="857868" y="1202006"/>
                  <a:pt x="852055" y="1200487"/>
                  <a:pt x="846287" y="1198943"/>
                </a:cubicBezTo>
                <a:cubicBezTo>
                  <a:pt x="840520" y="1197400"/>
                  <a:pt x="834795" y="1195789"/>
                  <a:pt x="829117" y="1194174"/>
                </a:cubicBezTo>
                <a:cubicBezTo>
                  <a:pt x="823440" y="1192559"/>
                  <a:pt x="817807" y="1190898"/>
                  <a:pt x="812225" y="1189252"/>
                </a:cubicBezTo>
                <a:cubicBezTo>
                  <a:pt x="806643" y="1187606"/>
                  <a:pt x="801107" y="1185934"/>
                  <a:pt x="795626" y="1184297"/>
                </a:cubicBezTo>
                <a:cubicBezTo>
                  <a:pt x="790144" y="1182660"/>
                  <a:pt x="784711" y="1181018"/>
                  <a:pt x="779337" y="1179429"/>
                </a:cubicBezTo>
                <a:cubicBezTo>
                  <a:pt x="773963" y="1177840"/>
                  <a:pt x="768640" y="1176265"/>
                  <a:pt x="763382" y="1174763"/>
                </a:cubicBezTo>
                <a:cubicBezTo>
                  <a:pt x="758124" y="1173260"/>
                  <a:pt x="752921" y="1171791"/>
                  <a:pt x="747789" y="1170412"/>
                </a:cubicBezTo>
                <a:cubicBezTo>
                  <a:pt x="742656" y="1169032"/>
                  <a:pt x="737584" y="1167706"/>
                  <a:pt x="732588" y="1166486"/>
                </a:cubicBezTo>
                <a:cubicBezTo>
                  <a:pt x="727593" y="1165265"/>
                  <a:pt x="722663" y="1164117"/>
                  <a:pt x="717817" y="1163089"/>
                </a:cubicBezTo>
                <a:cubicBezTo>
                  <a:pt x="712972" y="1162062"/>
                  <a:pt x="708198" y="1161124"/>
                  <a:pt x="703516" y="1160320"/>
                </a:cubicBezTo>
                <a:cubicBezTo>
                  <a:pt x="698834" y="1159517"/>
                  <a:pt x="694231" y="1158820"/>
                  <a:pt x="689726" y="1158268"/>
                </a:cubicBezTo>
                <a:cubicBezTo>
                  <a:pt x="685222" y="1157716"/>
                  <a:pt x="680804" y="1157286"/>
                  <a:pt x="676489" y="1157010"/>
                </a:cubicBezTo>
                <a:cubicBezTo>
                  <a:pt x="672174" y="1156733"/>
                  <a:pt x="667980" y="1156589"/>
                  <a:pt x="663836" y="1156609"/>
                </a:cubicBezTo>
                <a:cubicBezTo>
                  <a:pt x="659692" y="1156629"/>
                  <a:pt x="655613" y="1156813"/>
                  <a:pt x="651624" y="1157130"/>
                </a:cubicBezTo>
                <a:cubicBezTo>
                  <a:pt x="647636" y="1157447"/>
                  <a:pt x="643676" y="1157934"/>
                  <a:pt x="639904" y="1158510"/>
                </a:cubicBezTo>
                <a:cubicBezTo>
                  <a:pt x="636132" y="1159086"/>
                  <a:pt x="632477" y="1159790"/>
                  <a:pt x="628991" y="1160587"/>
                </a:cubicBezTo>
                <a:cubicBezTo>
                  <a:pt x="625505" y="1161384"/>
                  <a:pt x="622173" y="1162295"/>
                  <a:pt x="618988" y="1163290"/>
                </a:cubicBezTo>
                <a:cubicBezTo>
                  <a:pt x="615802" y="1164285"/>
                  <a:pt x="612770" y="1165385"/>
                  <a:pt x="609879" y="1166558"/>
                </a:cubicBezTo>
                <a:cubicBezTo>
                  <a:pt x="606987" y="1167732"/>
                  <a:pt x="604247" y="1168999"/>
                  <a:pt x="601640" y="1170334"/>
                </a:cubicBezTo>
                <a:cubicBezTo>
                  <a:pt x="599033" y="1171668"/>
                  <a:pt x="596573" y="1173085"/>
                  <a:pt x="594238" y="1174565"/>
                </a:cubicBezTo>
                <a:cubicBezTo>
                  <a:pt x="591903" y="1176044"/>
                  <a:pt x="589708" y="1177597"/>
                  <a:pt x="587629" y="1179211"/>
                </a:cubicBezTo>
                <a:cubicBezTo>
                  <a:pt x="585551" y="1180824"/>
                  <a:pt x="583604" y="1182504"/>
                  <a:pt x="581766" y="1184244"/>
                </a:cubicBezTo>
                <a:cubicBezTo>
                  <a:pt x="579928" y="1185985"/>
                  <a:pt x="578214" y="1187788"/>
                  <a:pt x="576601" y="1189655"/>
                </a:cubicBezTo>
                <a:cubicBezTo>
                  <a:pt x="574988" y="1191521"/>
                  <a:pt x="573490" y="1193449"/>
                  <a:pt x="572090" y="1195445"/>
                </a:cubicBezTo>
                <a:cubicBezTo>
                  <a:pt x="570690" y="1197441"/>
                  <a:pt x="569397" y="1199499"/>
                  <a:pt x="568201" y="1201631"/>
                </a:cubicBezTo>
                <a:cubicBezTo>
                  <a:pt x="567006" y="1203763"/>
                  <a:pt x="565911" y="1205961"/>
                  <a:pt x="564916" y="1208237"/>
                </a:cubicBezTo>
                <a:cubicBezTo>
                  <a:pt x="563921" y="1210513"/>
                  <a:pt x="563025" y="1212860"/>
                  <a:pt x="562232" y="1215288"/>
                </a:cubicBezTo>
                <a:cubicBezTo>
                  <a:pt x="561440" y="1217717"/>
                  <a:pt x="560746" y="1220221"/>
                  <a:pt x="560162" y="1222807"/>
                </a:cubicBezTo>
                <a:cubicBezTo>
                  <a:pt x="559579" y="1225393"/>
                  <a:pt x="559097" y="1228059"/>
                  <a:pt x="558732" y="1230807"/>
                </a:cubicBezTo>
                <a:cubicBezTo>
                  <a:pt x="558367" y="1233554"/>
                  <a:pt x="558107" y="1236383"/>
                  <a:pt x="557972" y="1239291"/>
                </a:cubicBezTo>
                <a:cubicBezTo>
                  <a:pt x="557838" y="1242199"/>
                  <a:pt x="557815" y="1245190"/>
                  <a:pt x="557923" y="1248254"/>
                </a:cubicBezTo>
                <a:cubicBezTo>
                  <a:pt x="558031" y="1251319"/>
                  <a:pt x="558257" y="1254465"/>
                  <a:pt x="558621" y="1257680"/>
                </a:cubicBezTo>
                <a:cubicBezTo>
                  <a:pt x="558985" y="1260894"/>
                  <a:pt x="559474" y="1264187"/>
                  <a:pt x="560105" y="1267543"/>
                </a:cubicBezTo>
                <a:cubicBezTo>
                  <a:pt x="560737" y="1270898"/>
                  <a:pt x="561500" y="1274328"/>
                  <a:pt x="562410" y="1277813"/>
                </a:cubicBezTo>
                <a:cubicBezTo>
                  <a:pt x="563321" y="1281298"/>
                  <a:pt x="564369" y="1284852"/>
                  <a:pt x="565568" y="1288456"/>
                </a:cubicBezTo>
                <a:cubicBezTo>
                  <a:pt x="566768" y="1292059"/>
                  <a:pt x="568110" y="1295724"/>
                  <a:pt x="569608" y="1299432"/>
                </a:cubicBezTo>
                <a:cubicBezTo>
                  <a:pt x="571105" y="1303140"/>
                  <a:pt x="572656" y="1306722"/>
                  <a:pt x="574554" y="1310703"/>
                </a:cubicBezTo>
                <a:cubicBezTo>
                  <a:pt x="576452" y="1314684"/>
                  <a:pt x="579086" y="1319442"/>
                  <a:pt x="580998" y="1323320"/>
                </a:cubicBezTo>
                <a:cubicBezTo>
                  <a:pt x="582909" y="1327198"/>
                  <a:pt x="584427" y="1330387"/>
                  <a:pt x="586023" y="1333971"/>
                </a:cubicBezTo>
                <a:cubicBezTo>
                  <a:pt x="587619" y="1337555"/>
                  <a:pt x="589143" y="1341201"/>
                  <a:pt x="590573" y="1344824"/>
                </a:cubicBezTo>
                <a:cubicBezTo>
                  <a:pt x="592004" y="1348447"/>
                  <a:pt x="593343" y="1352079"/>
                  <a:pt x="594606" y="1355708"/>
                </a:cubicBezTo>
                <a:cubicBezTo>
                  <a:pt x="595869" y="1359337"/>
                  <a:pt x="597045" y="1362971"/>
                  <a:pt x="598150" y="1366599"/>
                </a:cubicBezTo>
                <a:cubicBezTo>
                  <a:pt x="599256" y="1370226"/>
                  <a:pt x="600279" y="1373854"/>
                  <a:pt x="601237" y="1377473"/>
                </a:cubicBezTo>
                <a:cubicBezTo>
                  <a:pt x="602195" y="1381091"/>
                  <a:pt x="603077" y="1384706"/>
                  <a:pt x="603897" y="1388309"/>
                </a:cubicBezTo>
                <a:cubicBezTo>
                  <a:pt x="604718" y="1391911"/>
                  <a:pt x="605468" y="1395506"/>
                  <a:pt x="606162" y="1399086"/>
                </a:cubicBezTo>
                <a:cubicBezTo>
                  <a:pt x="606856" y="1402665"/>
                  <a:pt x="607484" y="1406235"/>
                  <a:pt x="608062" y="1409786"/>
                </a:cubicBezTo>
                <a:cubicBezTo>
                  <a:pt x="608640" y="1413336"/>
                  <a:pt x="609157" y="1416874"/>
                  <a:pt x="609629" y="1420389"/>
                </a:cubicBezTo>
                <a:cubicBezTo>
                  <a:pt x="610100" y="1423904"/>
                  <a:pt x="610516" y="1427404"/>
                  <a:pt x="610892" y="1430878"/>
                </a:cubicBezTo>
                <a:cubicBezTo>
                  <a:pt x="611267" y="1434353"/>
                  <a:pt x="611592" y="1437808"/>
                  <a:pt x="611881" y="1441236"/>
                </a:cubicBezTo>
                <a:cubicBezTo>
                  <a:pt x="612170" y="1444664"/>
                  <a:pt x="612414" y="1448070"/>
                  <a:pt x="612627" y="1451445"/>
                </a:cubicBezTo>
                <a:cubicBezTo>
                  <a:pt x="612839" y="1454821"/>
                  <a:pt x="613011" y="1458172"/>
                  <a:pt x="613157" y="1461489"/>
                </a:cubicBezTo>
                <a:cubicBezTo>
                  <a:pt x="613303" y="1464806"/>
                  <a:pt x="613413" y="1468096"/>
                  <a:pt x="613502" y="1471350"/>
                </a:cubicBezTo>
                <a:cubicBezTo>
                  <a:pt x="613590" y="1474603"/>
                  <a:pt x="613648" y="1477827"/>
                  <a:pt x="613688" y="1481011"/>
                </a:cubicBezTo>
                <a:cubicBezTo>
                  <a:pt x="613729" y="1484195"/>
                  <a:pt x="613743" y="1487345"/>
                  <a:pt x="613744" y="1490454"/>
                </a:cubicBezTo>
                <a:cubicBezTo>
                  <a:pt x="613746" y="1493562"/>
                  <a:pt x="613726" y="1496634"/>
                  <a:pt x="613698" y="1499660"/>
                </a:cubicBezTo>
                <a:cubicBezTo>
                  <a:pt x="613669" y="1502686"/>
                  <a:pt x="613624" y="1505673"/>
                  <a:pt x="613575" y="1508611"/>
                </a:cubicBezTo>
                <a:cubicBezTo>
                  <a:pt x="613526" y="1511549"/>
                  <a:pt x="613464" y="1514444"/>
                  <a:pt x="613403" y="1517287"/>
                </a:cubicBezTo>
                <a:cubicBezTo>
                  <a:pt x="613341" y="1520129"/>
                  <a:pt x="613272" y="1522926"/>
                  <a:pt x="613207" y="1525665"/>
                </a:cubicBezTo>
                <a:cubicBezTo>
                  <a:pt x="613142" y="1528404"/>
                  <a:pt x="613073" y="1531095"/>
                  <a:pt x="613013" y="1533723"/>
                </a:cubicBezTo>
                <a:cubicBezTo>
                  <a:pt x="612953" y="1536352"/>
                  <a:pt x="612893" y="1538927"/>
                  <a:pt x="612846" y="1541436"/>
                </a:cubicBezTo>
                <a:cubicBezTo>
                  <a:pt x="612799" y="1543945"/>
                  <a:pt x="612757" y="1546363"/>
                  <a:pt x="612730" y="1548777"/>
                </a:cubicBezTo>
                <a:cubicBezTo>
                  <a:pt x="612703" y="1551190"/>
                  <a:pt x="612693" y="1554729"/>
                  <a:pt x="612686" y="1555919"/>
                </a:cubicBezTo>
              </a:path>
            </a:pathLst>
          </a:custGeom>
          <a:noFill/>
          <a:ln w="23812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ntegrated haustral crease 00 -1"/>
          <p:cNvSpPr/>
          <p:nvPr/>
        </p:nvSpPr>
        <p:spPr>
          <a:xfrm>
            <a:off x="335271" y="1033503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Haustral crease rim 00 -1"/>
          <p:cNvSpPr/>
          <p:nvPr/>
        </p:nvSpPr>
        <p:spPr>
          <a:xfrm>
            <a:off x="329556" y="1031598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ntegrated haustral crease 00 1"/>
          <p:cNvSpPr/>
          <p:nvPr/>
        </p:nvSpPr>
        <p:spPr>
          <a:xfrm>
            <a:off x="444811" y="1033422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Haustral crease rim 00 1"/>
          <p:cNvSpPr/>
          <p:nvPr/>
        </p:nvSpPr>
        <p:spPr>
          <a:xfrm>
            <a:off x="439096" y="1031517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ntegrated haustral crease 01 -1"/>
          <p:cNvSpPr/>
          <p:nvPr/>
        </p:nvSpPr>
        <p:spPr>
          <a:xfrm>
            <a:off x="337388" y="886214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Haustral crease rim 01 -1"/>
          <p:cNvSpPr/>
          <p:nvPr/>
        </p:nvSpPr>
        <p:spPr>
          <a:xfrm>
            <a:off x="331673" y="884309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ntegrated haustral crease 01 1"/>
          <p:cNvSpPr/>
          <p:nvPr/>
        </p:nvSpPr>
        <p:spPr>
          <a:xfrm>
            <a:off x="446928" y="886142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Haustral crease rim 01 1"/>
          <p:cNvSpPr/>
          <p:nvPr/>
        </p:nvSpPr>
        <p:spPr>
          <a:xfrm>
            <a:off x="441213" y="884237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ntegrated haustral crease 02 -1"/>
          <p:cNvSpPr/>
          <p:nvPr/>
        </p:nvSpPr>
        <p:spPr>
          <a:xfrm>
            <a:off x="328401" y="747443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Haustral crease rim 02 -1"/>
          <p:cNvSpPr/>
          <p:nvPr/>
        </p:nvSpPr>
        <p:spPr>
          <a:xfrm>
            <a:off x="322686" y="745538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ntegrated haustral crease 02 1"/>
          <p:cNvSpPr/>
          <p:nvPr/>
        </p:nvSpPr>
        <p:spPr>
          <a:xfrm>
            <a:off x="438077" y="736382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austral crease rim 02 1"/>
          <p:cNvSpPr/>
          <p:nvPr/>
        </p:nvSpPr>
        <p:spPr>
          <a:xfrm>
            <a:off x="432362" y="734477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ntegrated haustral crease 03 -1"/>
          <p:cNvSpPr/>
          <p:nvPr/>
        </p:nvSpPr>
        <p:spPr>
          <a:xfrm>
            <a:off x="325912" y="607889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austral crease rim 03 -1"/>
          <p:cNvSpPr/>
          <p:nvPr/>
        </p:nvSpPr>
        <p:spPr>
          <a:xfrm>
            <a:off x="320197" y="605984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ntegrated haustral crease 03 1"/>
          <p:cNvSpPr/>
          <p:nvPr/>
        </p:nvSpPr>
        <p:spPr>
          <a:xfrm>
            <a:off x="435623" y="610198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Haustral crease rim 03 1"/>
          <p:cNvSpPr/>
          <p:nvPr/>
        </p:nvSpPr>
        <p:spPr>
          <a:xfrm>
            <a:off x="429908" y="608293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ntegrated haustral crease 04 -1"/>
          <p:cNvSpPr/>
          <p:nvPr/>
        </p:nvSpPr>
        <p:spPr>
          <a:xfrm>
            <a:off x="335902" y="454560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Haustral crease rim 04 -1"/>
          <p:cNvSpPr/>
          <p:nvPr/>
        </p:nvSpPr>
        <p:spPr>
          <a:xfrm>
            <a:off x="330187" y="452655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ntegrated haustral crease 04 1"/>
          <p:cNvSpPr/>
          <p:nvPr/>
        </p:nvSpPr>
        <p:spPr>
          <a:xfrm>
            <a:off x="446248" y="473549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Haustral crease rim 04 1"/>
          <p:cNvSpPr/>
          <p:nvPr/>
        </p:nvSpPr>
        <p:spPr>
          <a:xfrm>
            <a:off x="440533" y="471644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Integrated haustral crease 05 -1"/>
          <p:cNvSpPr/>
          <p:nvPr/>
        </p:nvSpPr>
        <p:spPr>
          <a:xfrm>
            <a:off x="367028" y="301726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Haustral crease rim 05 -1"/>
          <p:cNvSpPr/>
          <p:nvPr/>
        </p:nvSpPr>
        <p:spPr>
          <a:xfrm>
            <a:off x="361313" y="299821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Integrated haustral crease 05 1"/>
          <p:cNvSpPr/>
          <p:nvPr/>
        </p:nvSpPr>
        <p:spPr>
          <a:xfrm>
            <a:off x="476053" y="337079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Haustral crease rim 05 1"/>
          <p:cNvSpPr/>
          <p:nvPr/>
        </p:nvSpPr>
        <p:spPr>
          <a:xfrm>
            <a:off x="470338" y="335174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Integrated haustral crease 06 -1"/>
          <p:cNvSpPr/>
          <p:nvPr/>
        </p:nvSpPr>
        <p:spPr>
          <a:xfrm>
            <a:off x="562137" y="184811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Haustral crease rim 06 -1"/>
          <p:cNvSpPr/>
          <p:nvPr/>
        </p:nvSpPr>
        <p:spPr>
          <a:xfrm>
            <a:off x="556422" y="182906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Integrated haustral crease 06 1"/>
          <p:cNvSpPr/>
          <p:nvPr/>
        </p:nvSpPr>
        <p:spPr>
          <a:xfrm>
            <a:off x="508552" y="291312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Haustral crease rim 06 1"/>
          <p:cNvSpPr/>
          <p:nvPr/>
        </p:nvSpPr>
        <p:spPr>
          <a:xfrm>
            <a:off x="502837" y="289407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Integrated haustral crease 07 -1"/>
          <p:cNvSpPr/>
          <p:nvPr/>
        </p:nvSpPr>
        <p:spPr>
          <a:xfrm>
            <a:off x="683842" y="287481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Haustral crease rim 07 -1"/>
          <p:cNvSpPr/>
          <p:nvPr/>
        </p:nvSpPr>
        <p:spPr>
          <a:xfrm>
            <a:off x="678127" y="285576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Integrated haustral crease 07 1"/>
          <p:cNvSpPr/>
          <p:nvPr/>
        </p:nvSpPr>
        <p:spPr>
          <a:xfrm>
            <a:off x="607348" y="383040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Haustral crease rim 07 1"/>
          <p:cNvSpPr/>
          <p:nvPr/>
        </p:nvSpPr>
        <p:spPr>
          <a:xfrm>
            <a:off x="601633" y="381135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Integrated haustral crease 08 -1"/>
          <p:cNvSpPr/>
          <p:nvPr/>
        </p:nvSpPr>
        <p:spPr>
          <a:xfrm>
            <a:off x="803192" y="349059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Haustral crease rim 08 -1"/>
          <p:cNvSpPr/>
          <p:nvPr/>
        </p:nvSpPr>
        <p:spPr>
          <a:xfrm>
            <a:off x="797477" y="347154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Integrated haustral crease 08 1"/>
          <p:cNvSpPr/>
          <p:nvPr/>
        </p:nvSpPr>
        <p:spPr>
          <a:xfrm>
            <a:off x="747657" y="454950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Haustral crease rim 08 1"/>
          <p:cNvSpPr/>
          <p:nvPr/>
        </p:nvSpPr>
        <p:spPr>
          <a:xfrm>
            <a:off x="741942" y="453045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Integrated haustral crease 09 -1"/>
          <p:cNvSpPr/>
          <p:nvPr/>
        </p:nvSpPr>
        <p:spPr>
          <a:xfrm>
            <a:off x="925946" y="381582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Haustral crease rim 09 -1"/>
          <p:cNvSpPr/>
          <p:nvPr/>
        </p:nvSpPr>
        <p:spPr>
          <a:xfrm>
            <a:off x="920231" y="379677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Integrated haustral crease 09 1"/>
          <p:cNvSpPr/>
          <p:nvPr/>
        </p:nvSpPr>
        <p:spPr>
          <a:xfrm>
            <a:off x="900355" y="491871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Haustral crease rim 09 1"/>
          <p:cNvSpPr/>
          <p:nvPr/>
        </p:nvSpPr>
        <p:spPr>
          <a:xfrm>
            <a:off x="894640" y="489966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ntegrated haustral crease 10 -1"/>
          <p:cNvSpPr/>
          <p:nvPr/>
        </p:nvSpPr>
        <p:spPr>
          <a:xfrm>
            <a:off x="1038481" y="381312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Haustral crease rim 10 -1"/>
          <p:cNvSpPr/>
          <p:nvPr/>
        </p:nvSpPr>
        <p:spPr>
          <a:xfrm>
            <a:off x="1032766" y="379407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ntegrated haustral crease 10 1"/>
          <p:cNvSpPr/>
          <p:nvPr/>
        </p:nvSpPr>
        <p:spPr>
          <a:xfrm>
            <a:off x="1057019" y="490810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Haustral crease rim 10 1"/>
          <p:cNvSpPr/>
          <p:nvPr/>
        </p:nvSpPr>
        <p:spPr>
          <a:xfrm>
            <a:off x="1051304" y="488905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ntegrated haustral crease 11 -1"/>
          <p:cNvSpPr/>
          <p:nvPr/>
        </p:nvSpPr>
        <p:spPr>
          <a:xfrm>
            <a:off x="1161205" y="353708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Haustral crease rim 11 -1"/>
          <p:cNvSpPr/>
          <p:nvPr/>
        </p:nvSpPr>
        <p:spPr>
          <a:xfrm>
            <a:off x="1155490" y="351803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Integrated haustral crease 11 1"/>
          <p:cNvSpPr/>
          <p:nvPr/>
        </p:nvSpPr>
        <p:spPr>
          <a:xfrm>
            <a:off x="1205049" y="460371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Haustral crease rim 11 1"/>
          <p:cNvSpPr/>
          <p:nvPr/>
        </p:nvSpPr>
        <p:spPr>
          <a:xfrm>
            <a:off x="1199334" y="458466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Integrated haustral crease 12 -1"/>
          <p:cNvSpPr/>
          <p:nvPr/>
        </p:nvSpPr>
        <p:spPr>
          <a:xfrm>
            <a:off x="1291871" y="298770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Haustral crease rim 12 -1"/>
          <p:cNvSpPr/>
          <p:nvPr/>
        </p:nvSpPr>
        <p:spPr>
          <a:xfrm>
            <a:off x="1286156" y="296865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Integrated haustral crease 12 1"/>
          <p:cNvSpPr/>
          <p:nvPr/>
        </p:nvSpPr>
        <p:spPr>
          <a:xfrm>
            <a:off x="1352510" y="399430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Haustral crease rim 12 1"/>
          <p:cNvSpPr/>
          <p:nvPr/>
        </p:nvSpPr>
        <p:spPr>
          <a:xfrm>
            <a:off x="1346795" y="397525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Integrated haustral crease 13 -1"/>
          <p:cNvSpPr/>
          <p:nvPr/>
        </p:nvSpPr>
        <p:spPr>
          <a:xfrm>
            <a:off x="1406932" y="229657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Haustral crease rim 13 -1"/>
          <p:cNvSpPr/>
          <p:nvPr/>
        </p:nvSpPr>
        <p:spPr>
          <a:xfrm>
            <a:off x="1401217" y="227752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Integrated haustral crease 13 1"/>
          <p:cNvSpPr/>
          <p:nvPr/>
        </p:nvSpPr>
        <p:spPr>
          <a:xfrm>
            <a:off x="1478809" y="323954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Haustral crease rim 13 1"/>
          <p:cNvSpPr/>
          <p:nvPr/>
        </p:nvSpPr>
        <p:spPr>
          <a:xfrm>
            <a:off x="1473094" y="322049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Integrated haustral crease 14 -1"/>
          <p:cNvSpPr/>
          <p:nvPr/>
        </p:nvSpPr>
        <p:spPr>
          <a:xfrm>
            <a:off x="1547542" y="152187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Haustral crease rim 14 -1"/>
          <p:cNvSpPr/>
          <p:nvPr/>
        </p:nvSpPr>
        <p:spPr>
          <a:xfrm>
            <a:off x="1541827" y="150282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Integrated haustral crease 14 1"/>
          <p:cNvSpPr/>
          <p:nvPr/>
        </p:nvSpPr>
        <p:spPr>
          <a:xfrm>
            <a:off x="1585279" y="260184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austral crease rim 14 1"/>
          <p:cNvSpPr/>
          <p:nvPr/>
        </p:nvSpPr>
        <p:spPr>
          <a:xfrm>
            <a:off x="1579564" y="258279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Integrated haustral crease 15 -1"/>
          <p:cNvSpPr/>
          <p:nvPr/>
        </p:nvSpPr>
        <p:spPr>
          <a:xfrm>
            <a:off x="1652957" y="348777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Haustral crease rim 15 -1"/>
          <p:cNvSpPr/>
          <p:nvPr/>
        </p:nvSpPr>
        <p:spPr>
          <a:xfrm>
            <a:off x="1647242" y="346872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ntegrated haustral crease 15 1"/>
          <p:cNvSpPr/>
          <p:nvPr/>
        </p:nvSpPr>
        <p:spPr>
          <a:xfrm>
            <a:off x="1543271" y="339404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Haustral crease rim 15 1"/>
          <p:cNvSpPr/>
          <p:nvPr/>
        </p:nvSpPr>
        <p:spPr>
          <a:xfrm>
            <a:off x="1537556" y="337499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Integrated haustral crease 16 -1"/>
          <p:cNvSpPr/>
          <p:nvPr/>
        </p:nvSpPr>
        <p:spPr>
          <a:xfrm>
            <a:off x="1638225" y="485967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Haustral crease rim 16 -1"/>
          <p:cNvSpPr/>
          <p:nvPr/>
        </p:nvSpPr>
        <p:spPr>
          <a:xfrm>
            <a:off x="1632510" y="484062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Integrated haustral crease 16 1"/>
          <p:cNvSpPr/>
          <p:nvPr/>
        </p:nvSpPr>
        <p:spPr>
          <a:xfrm>
            <a:off x="1528544" y="475500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Haustral crease rim 16 1"/>
          <p:cNvSpPr/>
          <p:nvPr/>
        </p:nvSpPr>
        <p:spPr>
          <a:xfrm>
            <a:off x="1522829" y="473595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Integrated haustral crease 17 -1"/>
          <p:cNvSpPr/>
          <p:nvPr/>
        </p:nvSpPr>
        <p:spPr>
          <a:xfrm>
            <a:off x="1633983" y="638420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Haustral crease rim 17 -1"/>
          <p:cNvSpPr/>
          <p:nvPr/>
        </p:nvSpPr>
        <p:spPr>
          <a:xfrm>
            <a:off x="1628268" y="636515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Integrated haustral crease 17 1"/>
          <p:cNvSpPr/>
          <p:nvPr/>
        </p:nvSpPr>
        <p:spPr>
          <a:xfrm>
            <a:off x="1524405" y="637148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Haustral crease rim 17 1"/>
          <p:cNvSpPr/>
          <p:nvPr/>
        </p:nvSpPr>
        <p:spPr>
          <a:xfrm>
            <a:off x="1518690" y="635243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Integrated haustral crease 18 -1"/>
          <p:cNvSpPr/>
          <p:nvPr/>
        </p:nvSpPr>
        <p:spPr>
          <a:xfrm>
            <a:off x="1635397" y="773986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Haustral crease rim 18 -1"/>
          <p:cNvSpPr/>
          <p:nvPr/>
        </p:nvSpPr>
        <p:spPr>
          <a:xfrm>
            <a:off x="1629682" y="772081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Integrated haustral crease 18 1"/>
          <p:cNvSpPr/>
          <p:nvPr/>
        </p:nvSpPr>
        <p:spPr>
          <a:xfrm>
            <a:off x="1525609" y="777432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Haustral crease rim 18 1"/>
          <p:cNvSpPr/>
          <p:nvPr/>
        </p:nvSpPr>
        <p:spPr>
          <a:xfrm>
            <a:off x="1519894" y="775527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Integrated haustral crease 19 -1"/>
          <p:cNvSpPr/>
          <p:nvPr/>
        </p:nvSpPr>
        <p:spPr>
          <a:xfrm>
            <a:off x="1639773" y="908506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Haustral crease rim 19 -1"/>
          <p:cNvSpPr/>
          <p:nvPr/>
        </p:nvSpPr>
        <p:spPr>
          <a:xfrm>
            <a:off x="1634058" y="906601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Integrated haustral crease 19 1"/>
          <p:cNvSpPr/>
          <p:nvPr/>
        </p:nvSpPr>
        <p:spPr>
          <a:xfrm>
            <a:off x="1529799" y="915039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Haustral crease rim 19 1"/>
          <p:cNvSpPr/>
          <p:nvPr/>
        </p:nvSpPr>
        <p:spPr>
          <a:xfrm>
            <a:off x="1524084" y="913134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Integrated haustral crease 20 -1"/>
          <p:cNvSpPr/>
          <p:nvPr/>
        </p:nvSpPr>
        <p:spPr>
          <a:xfrm>
            <a:off x="1647588" y="1054184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austral crease rim 20 -1"/>
          <p:cNvSpPr/>
          <p:nvPr/>
        </p:nvSpPr>
        <p:spPr>
          <a:xfrm>
            <a:off x="1641873" y="1052279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Integrated haustral crease 20 1"/>
          <p:cNvSpPr/>
          <p:nvPr/>
        </p:nvSpPr>
        <p:spPr>
          <a:xfrm>
            <a:off x="1537433" y="1064629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Haustral crease rim 20 1"/>
          <p:cNvSpPr/>
          <p:nvPr/>
        </p:nvSpPr>
        <p:spPr>
          <a:xfrm>
            <a:off x="1531718" y="1062724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Integrated haustral crease 21 -1"/>
          <p:cNvSpPr/>
          <p:nvPr/>
        </p:nvSpPr>
        <p:spPr>
          <a:xfrm>
            <a:off x="1625821" y="1213380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Haustral crease rim 21 -1"/>
          <p:cNvSpPr/>
          <p:nvPr/>
        </p:nvSpPr>
        <p:spPr>
          <a:xfrm>
            <a:off x="1620106" y="1211475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Integrated haustral crease 21 1"/>
          <p:cNvSpPr/>
          <p:nvPr/>
        </p:nvSpPr>
        <p:spPr>
          <a:xfrm>
            <a:off x="1519891" y="1166807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Haustral crease rim 21 1"/>
          <p:cNvSpPr/>
          <p:nvPr/>
        </p:nvSpPr>
        <p:spPr>
          <a:xfrm>
            <a:off x="1514176" y="1164902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Integrated haustral crease 22 -1"/>
          <p:cNvSpPr/>
          <p:nvPr/>
        </p:nvSpPr>
        <p:spPr>
          <a:xfrm>
            <a:off x="1529475" y="1348791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Haustral crease rim 22 -1"/>
          <p:cNvSpPr/>
          <p:nvPr/>
        </p:nvSpPr>
        <p:spPr>
          <a:xfrm>
            <a:off x="1523760" y="1346886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ntegrated haustral crease 22 1"/>
          <p:cNvSpPr/>
          <p:nvPr/>
        </p:nvSpPr>
        <p:spPr>
          <a:xfrm>
            <a:off x="1452370" y="1258111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Haustral crease rim 22 1"/>
          <p:cNvSpPr/>
          <p:nvPr/>
        </p:nvSpPr>
        <p:spPr>
          <a:xfrm>
            <a:off x="1446655" y="1256206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ntegrated haustral crease 23 -1"/>
          <p:cNvSpPr/>
          <p:nvPr/>
        </p:nvSpPr>
        <p:spPr>
          <a:xfrm>
            <a:off x="1396211" y="1414580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Haustral crease rim 23 -1"/>
          <p:cNvSpPr/>
          <p:nvPr/>
        </p:nvSpPr>
        <p:spPr>
          <a:xfrm>
            <a:off x="1390496" y="1412675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ntegrated haustral crease 23 1"/>
          <p:cNvSpPr/>
          <p:nvPr/>
        </p:nvSpPr>
        <p:spPr>
          <a:xfrm>
            <a:off x="1362614" y="1305283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Haustral crease rim 23 1"/>
          <p:cNvSpPr/>
          <p:nvPr/>
        </p:nvSpPr>
        <p:spPr>
          <a:xfrm>
            <a:off x="1356899" y="1303378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ntegrated haustral crease 24 -1"/>
          <p:cNvSpPr/>
          <p:nvPr/>
        </p:nvSpPr>
        <p:spPr>
          <a:xfrm>
            <a:off x="1230972" y="1406818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Haustral crease rim 24 -1"/>
          <p:cNvSpPr/>
          <p:nvPr/>
        </p:nvSpPr>
        <p:spPr>
          <a:xfrm>
            <a:off x="1225257" y="1404913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Integrated haustral crease 24 1"/>
          <p:cNvSpPr/>
          <p:nvPr/>
        </p:nvSpPr>
        <p:spPr>
          <a:xfrm>
            <a:off x="1259559" y="1298522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Haustral crease rim 24 1"/>
          <p:cNvSpPr/>
          <p:nvPr/>
        </p:nvSpPr>
        <p:spPr>
          <a:xfrm>
            <a:off x="1253844" y="1296617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Integrated haustral crease 25 -1"/>
          <p:cNvSpPr/>
          <p:nvPr/>
        </p:nvSpPr>
        <p:spPr>
          <a:xfrm>
            <a:off x="1080804" y="1365442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Haustral crease rim 25 -1"/>
          <p:cNvSpPr/>
          <p:nvPr/>
        </p:nvSpPr>
        <p:spPr>
          <a:xfrm>
            <a:off x="1075089" y="1363537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Integrated haustral crease 25 1"/>
          <p:cNvSpPr/>
          <p:nvPr/>
        </p:nvSpPr>
        <p:spPr>
          <a:xfrm>
            <a:off x="1112332" y="1257674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Haustral crease rim 25 1"/>
          <p:cNvSpPr/>
          <p:nvPr/>
        </p:nvSpPr>
        <p:spPr>
          <a:xfrm>
            <a:off x="1106617" y="1255769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Vermiform appendix contour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36194" cap="rnd">
            <a:solidFill>
              <a:srgbClr val="BA776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Vermiform appendix tissue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20002" cap="rnd">
            <a:solidFill>
              <a:srgbClr val="F2B19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ppendix glancing light"/>
          <p:cNvSpPr/>
          <p:nvPr/>
        </p:nvSpPr>
        <p:spPr>
          <a:xfrm>
            <a:off x="485775" y="1304925"/>
            <a:ext cx="66675" cy="95250"/>
          </a:xfrm>
          <a:custGeom>
            <a:avLst/>
            <a:gdLst/>
            <a:ahLst/>
            <a:cxnLst/>
            <a:rect l="0" t="0" r="r" b="b"/>
            <a:pathLst>
              <a:path w="66675" h="95250">
                <a:moveTo>
                  <a:pt x="0" y="0"/>
                </a:moveTo>
                <a:cubicBezTo>
                  <a:pt x="47625" y="28575"/>
                  <a:pt x="57150" y="66675"/>
                  <a:pt x="66675" y="95250"/>
                </a:cubicBezTo>
              </a:path>
            </a:pathLst>
          </a:custGeom>
          <a:noFill/>
          <a:ln w="6191" cap="rnd">
            <a:solidFill>
              <a:srgbClr val="FFE0C4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um gentle longitudinal fold"/>
          <p:cNvSpPr/>
          <p:nvPr/>
        </p:nvSpPr>
        <p:spPr>
          <a:xfrm>
            <a:off x="914400" y="1543050"/>
            <a:ext cx="28575" cy="228600"/>
          </a:xfrm>
          <a:custGeom>
            <a:avLst/>
            <a:gdLst/>
            <a:ahLst/>
            <a:cxnLst/>
            <a:rect l="0" t="0" r="r" b="b"/>
            <a:pathLst>
              <a:path w="28575" h="228600">
                <a:moveTo>
                  <a:pt x="0" y="0"/>
                </a:moveTo>
                <a:cubicBezTo>
                  <a:pt x="28575" y="76200"/>
                  <a:pt x="9525" y="161925"/>
                  <a:pt x="28575" y="228600"/>
                </a:cubicBezTo>
              </a:path>
            </a:pathLst>
          </a:custGeom>
          <a:noFill/>
          <a:ln w="10477" cap="rnd">
            <a:solidFill>
              <a:srgbClr val="D89781">
                <a:alpha val="5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iver posterior lobe"/>
          <p:cNvSpPr/>
          <p:nvPr/>
        </p:nvSpPr>
        <p:spPr>
          <a:xfrm>
            <a:off x="9877425" y="5591175"/>
            <a:ext cx="2076450" cy="2057400"/>
          </a:xfrm>
          <a:custGeom>
            <a:avLst/>
            <a:gdLst/>
            <a:ahLst/>
            <a:cxnLst/>
            <a:rect l="0" t="0" r="r" b="b"/>
            <a:pathLst>
              <a:path w="2076450" h="2057400">
                <a:moveTo>
                  <a:pt x="171450" y="133350"/>
                </a:moveTo>
                <a:cubicBezTo>
                  <a:pt x="581025" y="0"/>
                  <a:pt x="1028700" y="95250"/>
                  <a:pt x="1409700" y="161925"/>
                </a:cubicBezTo>
                <a:cubicBezTo>
                  <a:pt x="1781175" y="228600"/>
                  <a:pt x="2047875" y="219075"/>
                  <a:pt x="2076450" y="352425"/>
                </a:cubicBezTo>
                <a:cubicBezTo>
                  <a:pt x="2076450" y="533400"/>
                  <a:pt x="1876425" y="781050"/>
                  <a:pt x="1724025" y="1009650"/>
                </a:cubicBezTo>
                <a:cubicBezTo>
                  <a:pt x="1543050" y="1304925"/>
                  <a:pt x="1371600" y="1638300"/>
                  <a:pt x="1095375" y="1838325"/>
                </a:cubicBezTo>
                <a:cubicBezTo>
                  <a:pt x="866775" y="2009775"/>
                  <a:pt x="600075" y="2057400"/>
                  <a:pt x="381000" y="1943100"/>
                </a:cubicBezTo>
                <a:cubicBezTo>
                  <a:pt x="133350" y="1809750"/>
                  <a:pt x="38100" y="1504950"/>
                  <a:pt x="28575" y="1181100"/>
                </a:cubicBezTo>
                <a:cubicBezTo>
                  <a:pt x="0" y="828675"/>
                  <a:pt x="38100" y="419100"/>
                  <a:pt x="171450" y="133350"/>
                </a:cubicBezTo>
                <a:close/>
              </a:path>
            </a:pathLst>
          </a:custGeom>
          <a:gradFill rotWithShape="1">
            <a:gsLst>
              <a:gs pos="0">
                <a:srgbClr val="C68973"/>
              </a:gs>
              <a:gs pos="27000">
                <a:srgbClr val="E2A18A"/>
              </a:gs>
              <a:gs pos="58000">
                <a:srgbClr val="CD8A70"/>
              </a:gs>
              <a:gs pos="84000">
                <a:srgbClr val="B7735B"/>
              </a:gs>
              <a:gs pos="100000">
                <a:srgbClr val="A76853"/>
              </a:gs>
            </a:gsLst>
            <a:lin ang="4500000" scaled="1"/>
          </a:gradFill>
          <a:ln w="11906" cap="rnd">
            <a:solidFill>
              <a:srgbClr val="925A4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osterior lobe curved shading"/>
          <p:cNvSpPr/>
          <p:nvPr/>
        </p:nvSpPr>
        <p:spPr>
          <a:xfrm>
            <a:off x="10258425" y="6581775"/>
            <a:ext cx="1362075" cy="1076325"/>
          </a:xfrm>
          <a:custGeom>
            <a:avLst/>
            <a:gdLst/>
            <a:ahLst/>
            <a:cxnLst/>
            <a:rect l="0" t="0" r="r" b="b"/>
            <a:pathLst>
              <a:path w="1362075" h="1076325">
                <a:moveTo>
                  <a:pt x="0" y="809625"/>
                </a:moveTo>
                <a:cubicBezTo>
                  <a:pt x="228600" y="942975"/>
                  <a:pt x="504825" y="904875"/>
                  <a:pt x="723900" y="742950"/>
                </a:cubicBezTo>
                <a:cubicBezTo>
                  <a:pt x="1019175" y="552450"/>
                  <a:pt x="1200150" y="276225"/>
                  <a:pt x="1362075" y="0"/>
                </a:cubicBezTo>
                <a:cubicBezTo>
                  <a:pt x="1219200" y="381000"/>
                  <a:pt x="1000125" y="695325"/>
                  <a:pt x="714375" y="876300"/>
                </a:cubicBezTo>
                <a:cubicBezTo>
                  <a:pt x="476250" y="1028700"/>
                  <a:pt x="209550" y="1076325"/>
                  <a:pt x="0" y="952500"/>
                </a:cubicBezTo>
                <a:close/>
              </a:path>
            </a:pathLst>
          </a:custGeom>
          <a:gradFill rotWithShape="1">
            <a:gsLst>
              <a:gs pos="0">
                <a:srgbClr val="9C5945">
                  <a:alpha val="0"/>
                </a:srgbClr>
              </a:gs>
              <a:gs pos="45000">
                <a:srgbClr val="A7664F">
                  <a:alpha val="12000"/>
                </a:srgbClr>
              </a:gs>
              <a:gs pos="100000">
                <a:srgbClr val="9B5947">
                  <a:alpha val="38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Liver anterior lobe"/>
          <p:cNvSpPr/>
          <p:nvPr/>
        </p:nvSpPr>
        <p:spPr>
          <a:xfrm>
            <a:off x="8963025" y="5391150"/>
            <a:ext cx="3171825" cy="2724150"/>
          </a:xfrm>
          <a:custGeom>
            <a:avLst/>
            <a:gdLst/>
            <a:ahLst/>
            <a:cxnLst/>
            <a:rect l="0" t="0" r="r" b="b"/>
            <a:pathLst>
              <a:path w="3171825" h="2724150">
                <a:moveTo>
                  <a:pt x="47625" y="1095375"/>
                </a:moveTo>
                <a:cubicBezTo>
                  <a:pt x="19050" y="733425"/>
                  <a:pt x="133350" y="400050"/>
                  <a:pt x="390525" y="200025"/>
                </a:cubicBezTo>
                <a:cubicBezTo>
                  <a:pt x="657225" y="0"/>
                  <a:pt x="1009650" y="0"/>
                  <a:pt x="1333500" y="95250"/>
                </a:cubicBezTo>
                <a:cubicBezTo>
                  <a:pt x="1685925" y="200025"/>
                  <a:pt x="1971675" y="276225"/>
                  <a:pt x="2343150" y="276225"/>
                </a:cubicBezTo>
                <a:cubicBezTo>
                  <a:pt x="2628900" y="285750"/>
                  <a:pt x="2943225" y="314325"/>
                  <a:pt x="3057525" y="438150"/>
                </a:cubicBezTo>
                <a:cubicBezTo>
                  <a:pt x="3171825" y="571500"/>
                  <a:pt x="2952750" y="771525"/>
                  <a:pt x="2819400" y="952500"/>
                </a:cubicBezTo>
                <a:cubicBezTo>
                  <a:pt x="2657475" y="1162050"/>
                  <a:pt x="2581275" y="1371600"/>
                  <a:pt x="2390775" y="1562100"/>
                </a:cubicBezTo>
                <a:cubicBezTo>
                  <a:pt x="2219325" y="1752600"/>
                  <a:pt x="1990725" y="1876425"/>
                  <a:pt x="1762125" y="1943100"/>
                </a:cubicBezTo>
                <a:cubicBezTo>
                  <a:pt x="1571625" y="1990725"/>
                  <a:pt x="1476375" y="1962150"/>
                  <a:pt x="1371600" y="2047875"/>
                </a:cubicBezTo>
                <a:cubicBezTo>
                  <a:pt x="1171575" y="2200275"/>
                  <a:pt x="971550" y="2295525"/>
                  <a:pt x="781050" y="2447925"/>
                </a:cubicBezTo>
                <a:cubicBezTo>
                  <a:pt x="600075" y="2590800"/>
                  <a:pt x="381000" y="2724150"/>
                  <a:pt x="238125" y="2638425"/>
                </a:cubicBezTo>
                <a:cubicBezTo>
                  <a:pt x="85725" y="2543175"/>
                  <a:pt x="38100" y="2371725"/>
                  <a:pt x="28575" y="2171700"/>
                </a:cubicBezTo>
                <a:cubicBezTo>
                  <a:pt x="0" y="1809750"/>
                  <a:pt x="38100" y="1447800"/>
                  <a:pt x="47625" y="1095375"/>
                </a:cubicBezTo>
                <a:close/>
              </a:path>
            </a:pathLst>
          </a:custGeom>
          <a:gradFill rotWithShape="1">
            <a:gsLst>
              <a:gs pos="0">
                <a:srgbClr val="EFC0AA"/>
              </a:gs>
              <a:gs pos="24000">
                <a:srgbClr val="E7AE99"/>
              </a:gs>
              <a:gs pos="52000">
                <a:srgbClr val="DDA08B"/>
              </a:gs>
              <a:gs pos="78000">
                <a:srgbClr val="CE8C77"/>
              </a:gs>
              <a:gs pos="100000">
                <a:srgbClr val="B87663"/>
              </a:gs>
            </a:gsLst>
            <a:path path="circle">
              <a:fillToRect l="32000" t="26000" r="68000" b="74000"/>
            </a:path>
            <a:tileRect/>
          </a:gradFill>
          <a:ln w="12858" cap="rnd">
            <a:solidFill>
              <a:srgbClr val="925E4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Liver soft upper highlight"/>
          <p:cNvSpPr/>
          <p:nvPr/>
        </p:nvSpPr>
        <p:spPr>
          <a:xfrm>
            <a:off x="9058275" y="5476875"/>
            <a:ext cx="2886075" cy="914400"/>
          </a:xfrm>
          <a:custGeom>
            <a:avLst/>
            <a:gdLst/>
            <a:ahLst/>
            <a:cxnLst/>
            <a:rect l="0" t="0" r="r" b="b"/>
            <a:pathLst>
              <a:path w="2886075" h="914400">
                <a:moveTo>
                  <a:pt x="47625" y="914400"/>
                </a:moveTo>
                <a:cubicBezTo>
                  <a:pt x="0" y="609600"/>
                  <a:pt x="152400" y="295275"/>
                  <a:pt x="371475" y="152400"/>
                </a:cubicBezTo>
                <a:cubicBezTo>
                  <a:pt x="638175" y="0"/>
                  <a:pt x="923925" y="19050"/>
                  <a:pt x="1266825" y="114300"/>
                </a:cubicBezTo>
                <a:cubicBezTo>
                  <a:pt x="1628775" y="228600"/>
                  <a:pt x="1895475" y="257175"/>
                  <a:pt x="2247900" y="266700"/>
                </a:cubicBezTo>
                <a:cubicBezTo>
                  <a:pt x="2543175" y="266700"/>
                  <a:pt x="2781300" y="314325"/>
                  <a:pt x="2886075" y="390525"/>
                </a:cubicBezTo>
                <a:cubicBezTo>
                  <a:pt x="2514600" y="371475"/>
                  <a:pt x="2171700" y="400050"/>
                  <a:pt x="1857375" y="419100"/>
                </a:cubicBezTo>
                <a:cubicBezTo>
                  <a:pt x="1495425" y="438150"/>
                  <a:pt x="1171575" y="285750"/>
                  <a:pt x="876300" y="276225"/>
                </a:cubicBezTo>
                <a:cubicBezTo>
                  <a:pt x="485775" y="257175"/>
                  <a:pt x="257175" y="542925"/>
                  <a:pt x="47625" y="914400"/>
                </a:cubicBezTo>
                <a:close/>
              </a:path>
            </a:pathLst>
          </a:custGeom>
          <a:gradFill rotWithShape="1">
            <a:gsLst>
              <a:gs pos="0">
                <a:srgbClr val="FFE5C7">
                  <a:alpha val="11000"/>
                </a:srgbClr>
              </a:gs>
              <a:gs pos="40000">
                <a:srgbClr val="FFE0C0">
                  <a:alpha val="4500"/>
                </a:srgbClr>
              </a:gs>
              <a:gs pos="100000">
                <a:srgbClr val="FFE0C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Liver rounded flank shading"/>
          <p:cNvSpPr/>
          <p:nvPr/>
        </p:nvSpPr>
        <p:spPr>
          <a:xfrm>
            <a:off x="8943975" y="5572125"/>
            <a:ext cx="533400" cy="2524125"/>
          </a:xfrm>
          <a:custGeom>
            <a:avLst/>
            <a:gdLst/>
            <a:ahLst/>
            <a:cxnLst/>
            <a:rect l="0" t="0" r="r" b="b"/>
            <a:pathLst>
              <a:path w="533400" h="2524125">
                <a:moveTo>
                  <a:pt x="66675" y="904875"/>
                </a:moveTo>
                <a:cubicBezTo>
                  <a:pt x="76200" y="428625"/>
                  <a:pt x="257175" y="123825"/>
                  <a:pt x="476250" y="0"/>
                </a:cubicBezTo>
                <a:cubicBezTo>
                  <a:pt x="333375" y="247650"/>
                  <a:pt x="219075" y="533400"/>
                  <a:pt x="209550" y="914400"/>
                </a:cubicBezTo>
                <a:cubicBezTo>
                  <a:pt x="180975" y="1371600"/>
                  <a:pt x="142875" y="1943100"/>
                  <a:pt x="266700" y="2295525"/>
                </a:cubicBezTo>
                <a:cubicBezTo>
                  <a:pt x="314325" y="2438400"/>
                  <a:pt x="409575" y="2457450"/>
                  <a:pt x="533400" y="2409825"/>
                </a:cubicBezTo>
                <a:cubicBezTo>
                  <a:pt x="371475" y="2524125"/>
                  <a:pt x="257175" y="2505075"/>
                  <a:pt x="161925" y="2371725"/>
                </a:cubicBezTo>
                <a:cubicBezTo>
                  <a:pt x="0" y="2143125"/>
                  <a:pt x="19050" y="1476375"/>
                  <a:pt x="66675" y="904875"/>
                </a:cubicBezTo>
                <a:close/>
              </a:path>
            </a:pathLst>
          </a:custGeom>
          <a:gradFill rotWithShape="1">
            <a:gsLst>
              <a:gs pos="0">
                <a:srgbClr val="8E503F">
                  <a:alpha val="9000"/>
                </a:srgbClr>
              </a:gs>
              <a:gs pos="30000">
                <a:srgbClr val="A86B53">
                  <a:alpha val="4500"/>
                </a:srgbClr>
              </a:gs>
              <a:gs pos="100000">
                <a:srgbClr val="B7755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Liver lower edge modeling"/>
          <p:cNvSpPr/>
          <p:nvPr/>
        </p:nvSpPr>
        <p:spPr>
          <a:xfrm>
            <a:off x="9039225" y="7305675"/>
            <a:ext cx="1657350" cy="809625"/>
          </a:xfrm>
          <a:custGeom>
            <a:avLst/>
            <a:gdLst/>
            <a:ahLst/>
            <a:cxnLst/>
            <a:rect l="0" t="0" r="r" b="b"/>
            <a:pathLst>
              <a:path w="1657350" h="809625">
                <a:moveTo>
                  <a:pt x="104775" y="200025"/>
                </a:moveTo>
                <a:cubicBezTo>
                  <a:pt x="152400" y="504825"/>
                  <a:pt x="238125" y="647700"/>
                  <a:pt x="400050" y="609600"/>
                </a:cubicBezTo>
                <a:cubicBezTo>
                  <a:pt x="695325" y="504825"/>
                  <a:pt x="923925" y="257175"/>
                  <a:pt x="1228725" y="142875"/>
                </a:cubicBezTo>
                <a:cubicBezTo>
                  <a:pt x="1390650" y="66675"/>
                  <a:pt x="1514475" y="0"/>
                  <a:pt x="1657350" y="9525"/>
                </a:cubicBezTo>
                <a:cubicBezTo>
                  <a:pt x="1419225" y="66675"/>
                  <a:pt x="1362075" y="76200"/>
                  <a:pt x="1295400" y="133350"/>
                </a:cubicBezTo>
                <a:cubicBezTo>
                  <a:pt x="1095375" y="285750"/>
                  <a:pt x="895350" y="381000"/>
                  <a:pt x="704850" y="533400"/>
                </a:cubicBezTo>
                <a:cubicBezTo>
                  <a:pt x="523875" y="676275"/>
                  <a:pt x="304800" y="809625"/>
                  <a:pt x="161925" y="723900"/>
                </a:cubicBezTo>
                <a:cubicBezTo>
                  <a:pt x="66675" y="647700"/>
                  <a:pt x="19050" y="476250"/>
                  <a:pt x="0" y="285750"/>
                </a:cubicBezTo>
                <a:close/>
              </a:path>
            </a:pathLst>
          </a:custGeom>
          <a:gradFill rotWithShape="1">
            <a:gsLst>
              <a:gs pos="0">
                <a:srgbClr val="A56950">
                  <a:alpha val="0"/>
                </a:srgbClr>
              </a:gs>
              <a:gs pos="58000">
                <a:srgbClr val="A3674D">
                  <a:alpha val="3500"/>
                </a:srgbClr>
              </a:gs>
              <a:gs pos="100000">
                <a:srgbClr val="975A43">
                  <a:alpha val="12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Liver upper rim light"/>
          <p:cNvSpPr/>
          <p:nvPr/>
        </p:nvSpPr>
        <p:spPr>
          <a:xfrm>
            <a:off x="9105900" y="5467350"/>
            <a:ext cx="1295400" cy="704850"/>
          </a:xfrm>
          <a:custGeom>
            <a:avLst/>
            <a:gdLst/>
            <a:ahLst/>
            <a:cxnLst/>
            <a:rect l="0" t="0" r="r" b="b"/>
            <a:pathLst>
              <a:path w="1295400" h="704850">
                <a:moveTo>
                  <a:pt x="0" y="704850"/>
                </a:moveTo>
                <a:cubicBezTo>
                  <a:pt x="66675" y="371475"/>
                  <a:pt x="247650" y="114300"/>
                  <a:pt x="571500" y="57150"/>
                </a:cubicBezTo>
                <a:cubicBezTo>
                  <a:pt x="857250" y="0"/>
                  <a:pt x="1076325" y="85725"/>
                  <a:pt x="1295400" y="142875"/>
                </a:cubicBezTo>
              </a:path>
            </a:pathLst>
          </a:custGeom>
          <a:noFill/>
          <a:ln w="13334" cap="rnd">
            <a:solidFill>
              <a:srgbClr val="F9D3B7">
                <a:alpha val="5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Liver shallow interlobar fold"/>
          <p:cNvSpPr/>
          <p:nvPr/>
        </p:nvSpPr>
        <p:spPr>
          <a:xfrm>
            <a:off x="10325100" y="6457950"/>
            <a:ext cx="438150" cy="981075"/>
          </a:xfrm>
          <a:custGeom>
            <a:avLst/>
            <a:gdLst/>
            <a:ahLst/>
            <a:cxnLst/>
            <a:rect l="0" t="0" r="r" b="b"/>
            <a:pathLst>
              <a:path w="438150" h="981075">
                <a:moveTo>
                  <a:pt x="228600" y="0"/>
                </a:moveTo>
                <a:cubicBezTo>
                  <a:pt x="342900" y="238125"/>
                  <a:pt x="314325" y="504825"/>
                  <a:pt x="219075" y="685800"/>
                </a:cubicBezTo>
                <a:cubicBezTo>
                  <a:pt x="152400" y="828675"/>
                  <a:pt x="95250" y="904875"/>
                  <a:pt x="0" y="981075"/>
                </a:cubicBezTo>
                <a:cubicBezTo>
                  <a:pt x="142875" y="923925"/>
                  <a:pt x="266700" y="762000"/>
                  <a:pt x="333375" y="609600"/>
                </a:cubicBezTo>
                <a:cubicBezTo>
                  <a:pt x="438150" y="381000"/>
                  <a:pt x="371475" y="114300"/>
                  <a:pt x="228600" y="0"/>
                </a:cubicBezTo>
                <a:close/>
              </a:path>
            </a:pathLst>
          </a:custGeom>
          <a:gradFill rotWithShape="1">
            <a:gsLst>
              <a:gs pos="0">
                <a:srgbClr val="AE7257">
                  <a:alpha val="0"/>
                </a:srgbClr>
              </a:gs>
              <a:gs pos="45000">
                <a:srgbClr val="995E48">
                  <a:alpha val="17000"/>
                </a:srgbClr>
              </a:gs>
              <a:gs pos="100000">
                <a:srgbClr val="8B513E">
                  <a:alpha val="31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Liver fold reflected light"/>
          <p:cNvSpPr/>
          <p:nvPr/>
        </p:nvSpPr>
        <p:spPr>
          <a:xfrm>
            <a:off x="10401300" y="6581775"/>
            <a:ext cx="266700" cy="781050"/>
          </a:xfrm>
          <a:custGeom>
            <a:avLst/>
            <a:gdLst/>
            <a:ahLst/>
            <a:cxnLst/>
            <a:rect l="0" t="0" r="r" b="b"/>
            <a:pathLst>
              <a:path w="266700" h="781050">
                <a:moveTo>
                  <a:pt x="171450" y="0"/>
                </a:moveTo>
                <a:cubicBezTo>
                  <a:pt x="266700" y="247650"/>
                  <a:pt x="219075" y="533400"/>
                  <a:pt x="0" y="781050"/>
                </a:cubicBezTo>
              </a:path>
            </a:pathLst>
          </a:custGeom>
          <a:noFill/>
          <a:ln w="10477" cap="rnd">
            <a:solidFill>
              <a:srgbClr val="F0B598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Hepatic portal trunk"/>
          <p:cNvSpPr/>
          <p:nvPr/>
        </p:nvSpPr>
        <p:spPr>
          <a:xfrm>
            <a:off x="8848725" y="64008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66675"/>
                </a:moveTo>
                <a:cubicBezTo>
                  <a:pt x="200025" y="0"/>
                  <a:pt x="400050" y="123825"/>
                  <a:pt x="571500" y="257175"/>
                </a:cubicBezTo>
                <a:cubicBezTo>
                  <a:pt x="762000" y="419100"/>
                  <a:pt x="847725" y="428625"/>
                  <a:pt x="990600" y="314325"/>
                </a:cubicBezTo>
                <a:cubicBezTo>
                  <a:pt x="1152525" y="200025"/>
                  <a:pt x="1190625" y="85725"/>
                  <a:pt x="1371600" y="76200"/>
                </a:cubicBezTo>
                <a:cubicBezTo>
                  <a:pt x="1590675" y="66675"/>
                  <a:pt x="1790700" y="190500"/>
                  <a:pt x="2076450" y="161925"/>
                </a:cubicBezTo>
                <a:lnTo>
                  <a:pt x="2076450" y="200025"/>
                </a:lnTo>
                <a:cubicBezTo>
                  <a:pt x="1771650" y="247650"/>
                  <a:pt x="1581150" y="133350"/>
                  <a:pt x="1390650" y="142875"/>
                </a:cubicBezTo>
                <a:cubicBezTo>
                  <a:pt x="1238250" y="152400"/>
                  <a:pt x="1190625" y="295275"/>
                  <a:pt x="1028700" y="400050"/>
                </a:cubicBezTo>
                <a:cubicBezTo>
                  <a:pt x="847725" y="514350"/>
                  <a:pt x="704850" y="476250"/>
                  <a:pt x="514350" y="323850"/>
                </a:cubicBezTo>
                <a:cubicBezTo>
                  <a:pt x="333375" y="180975"/>
                  <a:pt x="180975" y="104775"/>
                  <a:pt x="0" y="190500"/>
                </a:cubicBezTo>
                <a:close/>
              </a:path>
            </a:pathLst>
          </a:custGeom>
          <a:gradFill rotWithShape="1">
            <a:gsLst>
              <a:gs pos="0">
                <a:srgbClr val="E5A69A"/>
              </a:gs>
              <a:gs pos="42000">
                <a:srgbClr val="D99187"/>
              </a:gs>
              <a:gs pos="100000">
                <a:srgbClr val="BC776E"/>
              </a:gs>
            </a:gsLst>
            <a:lin ang="5400000" scaled="1"/>
          </a:gradFill>
          <a:ln w="7620" cap="rnd">
            <a:solidFill>
              <a:srgbClr val="AA6C6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ortal trunk light"/>
          <p:cNvSpPr/>
          <p:nvPr/>
        </p:nvSpPr>
        <p:spPr>
          <a:xfrm>
            <a:off x="8886825" y="6448425"/>
            <a:ext cx="2028825" cy="409575"/>
          </a:xfrm>
          <a:custGeom>
            <a:avLst/>
            <a:gdLst/>
            <a:ahLst/>
            <a:cxnLst/>
            <a:rect l="0" t="0" r="r" b="b"/>
            <a:pathLst>
              <a:path w="2028825" h="409575">
                <a:moveTo>
                  <a:pt x="0" y="47625"/>
                </a:moveTo>
                <a:cubicBezTo>
                  <a:pt x="209550" y="0"/>
                  <a:pt x="400050" y="161925"/>
                  <a:pt x="523875" y="257175"/>
                </a:cubicBezTo>
                <a:cubicBezTo>
                  <a:pt x="704850" y="400050"/>
                  <a:pt x="819150" y="409575"/>
                  <a:pt x="962025" y="304800"/>
                </a:cubicBezTo>
                <a:cubicBezTo>
                  <a:pt x="1133475" y="180975"/>
                  <a:pt x="1162050" y="76200"/>
                  <a:pt x="1333500" y="66675"/>
                </a:cubicBezTo>
                <a:cubicBezTo>
                  <a:pt x="1562100" y="57150"/>
                  <a:pt x="1762125" y="171450"/>
                  <a:pt x="2028825" y="133350"/>
                </a:cubicBezTo>
              </a:path>
            </a:pathLst>
          </a:custGeom>
          <a:noFill/>
          <a:ln w="11906" cap="rnd">
            <a:solidFill>
              <a:srgbClr val="F3BBA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apered hepatic vessel 00"/>
          <p:cNvSpPr/>
          <p:nvPr/>
        </p:nvSpPr>
        <p:spPr>
          <a:xfrm>
            <a:off x="9542639" y="5961763"/>
            <a:ext cx="371495" cy="792715"/>
          </a:xfrm>
          <a:custGeom>
            <a:avLst/>
            <a:gdLst/>
            <a:ahLst/>
            <a:cxnLst/>
            <a:rect l="0" t="0" r="r" b="b"/>
            <a:pathLst>
              <a:path w="371495" h="792715">
                <a:moveTo>
                  <a:pt x="339610" y="792715"/>
                </a:moveTo>
                <a:lnTo>
                  <a:pt x="349382" y="770050"/>
                </a:lnTo>
                <a:lnTo>
                  <a:pt x="357532" y="746198"/>
                </a:lnTo>
                <a:lnTo>
                  <a:pt x="363708" y="722189"/>
                </a:lnTo>
                <a:lnTo>
                  <a:pt x="368016" y="698095"/>
                </a:lnTo>
                <a:lnTo>
                  <a:pt x="370572" y="673979"/>
                </a:lnTo>
                <a:lnTo>
                  <a:pt x="371495" y="649897"/>
                </a:lnTo>
                <a:lnTo>
                  <a:pt x="370904" y="625896"/>
                </a:lnTo>
                <a:lnTo>
                  <a:pt x="368919" y="602015"/>
                </a:lnTo>
                <a:lnTo>
                  <a:pt x="365655" y="578289"/>
                </a:lnTo>
                <a:lnTo>
                  <a:pt x="361227" y="554747"/>
                </a:lnTo>
                <a:lnTo>
                  <a:pt x="355744" y="531417"/>
                </a:lnTo>
                <a:lnTo>
                  <a:pt x="349313" y="508325"/>
                </a:lnTo>
                <a:lnTo>
                  <a:pt x="342038" y="485499"/>
                </a:lnTo>
                <a:lnTo>
                  <a:pt x="334021" y="462964"/>
                </a:lnTo>
                <a:lnTo>
                  <a:pt x="325363" y="440748"/>
                </a:lnTo>
                <a:lnTo>
                  <a:pt x="316161" y="418878"/>
                </a:lnTo>
                <a:lnTo>
                  <a:pt x="306514" y="397383"/>
                </a:lnTo>
                <a:lnTo>
                  <a:pt x="296518" y="376295"/>
                </a:lnTo>
                <a:lnTo>
                  <a:pt x="286268" y="355643"/>
                </a:lnTo>
                <a:lnTo>
                  <a:pt x="275861" y="335460"/>
                </a:lnTo>
                <a:lnTo>
                  <a:pt x="265392" y="315778"/>
                </a:lnTo>
                <a:lnTo>
                  <a:pt x="254956" y="296633"/>
                </a:lnTo>
                <a:lnTo>
                  <a:pt x="244649" y="278058"/>
                </a:lnTo>
                <a:lnTo>
                  <a:pt x="234488" y="259948"/>
                </a:lnTo>
                <a:lnTo>
                  <a:pt x="225372" y="244678"/>
                </a:lnTo>
                <a:lnTo>
                  <a:pt x="215946" y="230117"/>
                </a:lnTo>
                <a:lnTo>
                  <a:pt x="206289" y="216299"/>
                </a:lnTo>
                <a:lnTo>
                  <a:pt x="196435" y="203171"/>
                </a:lnTo>
                <a:lnTo>
                  <a:pt x="186419" y="190681"/>
                </a:lnTo>
                <a:lnTo>
                  <a:pt x="176275" y="178774"/>
                </a:lnTo>
                <a:lnTo>
                  <a:pt x="166033" y="167396"/>
                </a:lnTo>
                <a:lnTo>
                  <a:pt x="155727" y="156490"/>
                </a:lnTo>
                <a:lnTo>
                  <a:pt x="145386" y="146002"/>
                </a:lnTo>
                <a:lnTo>
                  <a:pt x="135040" y="135872"/>
                </a:lnTo>
                <a:lnTo>
                  <a:pt x="124716" y="126046"/>
                </a:lnTo>
                <a:lnTo>
                  <a:pt x="114442" y="116466"/>
                </a:lnTo>
                <a:lnTo>
                  <a:pt x="104243" y="107075"/>
                </a:lnTo>
                <a:lnTo>
                  <a:pt x="94144" y="97815"/>
                </a:lnTo>
                <a:lnTo>
                  <a:pt x="84167" y="88630"/>
                </a:lnTo>
                <a:lnTo>
                  <a:pt x="74337" y="79463"/>
                </a:lnTo>
                <a:lnTo>
                  <a:pt x="64672" y="70256"/>
                </a:lnTo>
                <a:lnTo>
                  <a:pt x="55195" y="60952"/>
                </a:lnTo>
                <a:lnTo>
                  <a:pt x="45922" y="51493"/>
                </a:lnTo>
                <a:lnTo>
                  <a:pt x="36872" y="41821"/>
                </a:lnTo>
                <a:lnTo>
                  <a:pt x="28057" y="31881"/>
                </a:lnTo>
                <a:lnTo>
                  <a:pt x="19484" y="21616"/>
                </a:lnTo>
                <a:lnTo>
                  <a:pt x="11142" y="10982"/>
                </a:lnTo>
                <a:lnTo>
                  <a:pt x="2822" y="0"/>
                </a:lnTo>
                <a:lnTo>
                  <a:pt x="0" y="1775"/>
                </a:lnTo>
                <a:lnTo>
                  <a:pt x="6355" y="14128"/>
                </a:lnTo>
                <a:lnTo>
                  <a:pt x="13424" y="25943"/>
                </a:lnTo>
                <a:lnTo>
                  <a:pt x="20939" y="37350"/>
                </a:lnTo>
                <a:lnTo>
                  <a:pt x="28833" y="48412"/>
                </a:lnTo>
                <a:lnTo>
                  <a:pt x="37053" y="59182"/>
                </a:lnTo>
                <a:lnTo>
                  <a:pt x="45556" y="69708"/>
                </a:lnTo>
                <a:lnTo>
                  <a:pt x="54300" y="80042"/>
                </a:lnTo>
                <a:lnTo>
                  <a:pt x="63247" y="90234"/>
                </a:lnTo>
                <a:lnTo>
                  <a:pt x="72357" y="100333"/>
                </a:lnTo>
                <a:lnTo>
                  <a:pt x="81595" y="110390"/>
                </a:lnTo>
                <a:lnTo>
                  <a:pt x="90924" y="120454"/>
                </a:lnTo>
                <a:lnTo>
                  <a:pt x="100311" y="130577"/>
                </a:lnTo>
                <a:lnTo>
                  <a:pt x="109722" y="140809"/>
                </a:lnTo>
                <a:lnTo>
                  <a:pt x="119125" y="151200"/>
                </a:lnTo>
                <a:lnTo>
                  <a:pt x="128489" y="161801"/>
                </a:lnTo>
                <a:lnTo>
                  <a:pt x="137784" y="172662"/>
                </a:lnTo>
                <a:lnTo>
                  <a:pt x="146981" y="183834"/>
                </a:lnTo>
                <a:lnTo>
                  <a:pt x="156053" y="195369"/>
                </a:lnTo>
                <a:lnTo>
                  <a:pt x="164973" y="207317"/>
                </a:lnTo>
                <a:lnTo>
                  <a:pt x="173717" y="219732"/>
                </a:lnTo>
                <a:lnTo>
                  <a:pt x="182259" y="232667"/>
                </a:lnTo>
                <a:lnTo>
                  <a:pt x="190575" y="246177"/>
                </a:lnTo>
                <a:lnTo>
                  <a:pt x="198643" y="260317"/>
                </a:lnTo>
                <a:lnTo>
                  <a:pt x="206484" y="275227"/>
                </a:lnTo>
                <a:lnTo>
                  <a:pt x="215639" y="293419"/>
                </a:lnTo>
                <a:lnTo>
                  <a:pt x="225053" y="312262"/>
                </a:lnTo>
                <a:lnTo>
                  <a:pt x="234553" y="331576"/>
                </a:lnTo>
                <a:lnTo>
                  <a:pt x="244045" y="351321"/>
                </a:lnTo>
                <a:lnTo>
                  <a:pt x="253434" y="371458"/>
                </a:lnTo>
                <a:lnTo>
                  <a:pt x="262624" y="391945"/>
                </a:lnTo>
                <a:lnTo>
                  <a:pt x="271522" y="412739"/>
                </a:lnTo>
                <a:lnTo>
                  <a:pt x="280033" y="433797"/>
                </a:lnTo>
                <a:lnTo>
                  <a:pt x="288064" y="455075"/>
                </a:lnTo>
                <a:lnTo>
                  <a:pt x="295522" y="476527"/>
                </a:lnTo>
                <a:lnTo>
                  <a:pt x="302315" y="498107"/>
                </a:lnTo>
                <a:lnTo>
                  <a:pt x="308353" y="519768"/>
                </a:lnTo>
                <a:lnTo>
                  <a:pt x="313549" y="541462"/>
                </a:lnTo>
                <a:lnTo>
                  <a:pt x="317815" y="563140"/>
                </a:lnTo>
                <a:lnTo>
                  <a:pt x="321069" y="584755"/>
                </a:lnTo>
                <a:lnTo>
                  <a:pt x="323231" y="606259"/>
                </a:lnTo>
                <a:lnTo>
                  <a:pt x="324223" y="627610"/>
                </a:lnTo>
                <a:lnTo>
                  <a:pt x="323973" y="648766"/>
                </a:lnTo>
                <a:lnTo>
                  <a:pt x="322409" y="669692"/>
                </a:lnTo>
                <a:lnTo>
                  <a:pt x="319459" y="690361"/>
                </a:lnTo>
                <a:lnTo>
                  <a:pt x="315054" y="710754"/>
                </a:lnTo>
                <a:lnTo>
                  <a:pt x="309118" y="730860"/>
                </a:lnTo>
                <a:lnTo>
                  <a:pt x="301569" y="750677"/>
                </a:lnTo>
                <a:lnTo>
                  <a:pt x="291862" y="7711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Tapered hepatic vessel 01"/>
          <p:cNvSpPr/>
          <p:nvPr/>
        </p:nvSpPr>
        <p:spPr>
          <a:xfrm>
            <a:off x="9894174" y="5714482"/>
            <a:ext cx="137236" cy="900104"/>
          </a:xfrm>
          <a:custGeom>
            <a:avLst/>
            <a:gdLst/>
            <a:ahLst/>
            <a:cxnLst/>
            <a:rect l="0" t="0" r="r" b="b"/>
            <a:pathLst>
              <a:path w="137236" h="900104">
                <a:moveTo>
                  <a:pt x="39924" y="900104"/>
                </a:moveTo>
                <a:lnTo>
                  <a:pt x="45148" y="875913"/>
                </a:lnTo>
                <a:lnTo>
                  <a:pt x="49401" y="851490"/>
                </a:lnTo>
                <a:lnTo>
                  <a:pt x="52665" y="827247"/>
                </a:lnTo>
                <a:lnTo>
                  <a:pt x="55015" y="803198"/>
                </a:lnTo>
                <a:lnTo>
                  <a:pt x="56528" y="779357"/>
                </a:lnTo>
                <a:lnTo>
                  <a:pt x="57278" y="755739"/>
                </a:lnTo>
                <a:lnTo>
                  <a:pt x="57340" y="732356"/>
                </a:lnTo>
                <a:lnTo>
                  <a:pt x="56790" y="709219"/>
                </a:lnTo>
                <a:lnTo>
                  <a:pt x="55701" y="686339"/>
                </a:lnTo>
                <a:lnTo>
                  <a:pt x="54146" y="663729"/>
                </a:lnTo>
                <a:lnTo>
                  <a:pt x="52200" y="641398"/>
                </a:lnTo>
                <a:lnTo>
                  <a:pt x="49934" y="619357"/>
                </a:lnTo>
                <a:lnTo>
                  <a:pt x="47421" y="597617"/>
                </a:lnTo>
                <a:lnTo>
                  <a:pt x="44732" y="576188"/>
                </a:lnTo>
                <a:lnTo>
                  <a:pt x="41939" y="555082"/>
                </a:lnTo>
                <a:lnTo>
                  <a:pt x="39112" y="534309"/>
                </a:lnTo>
                <a:lnTo>
                  <a:pt x="36321" y="513881"/>
                </a:lnTo>
                <a:lnTo>
                  <a:pt x="33637" y="493809"/>
                </a:lnTo>
                <a:lnTo>
                  <a:pt x="31129" y="474105"/>
                </a:lnTo>
                <a:lnTo>
                  <a:pt x="28866" y="454781"/>
                </a:lnTo>
                <a:lnTo>
                  <a:pt x="26916" y="435849"/>
                </a:lnTo>
                <a:lnTo>
                  <a:pt x="25346" y="417322"/>
                </a:lnTo>
                <a:lnTo>
                  <a:pt x="24225" y="399210"/>
                </a:lnTo>
                <a:lnTo>
                  <a:pt x="23616" y="381564"/>
                </a:lnTo>
                <a:lnTo>
                  <a:pt x="23713" y="361000"/>
                </a:lnTo>
                <a:lnTo>
                  <a:pt x="24622" y="341302"/>
                </a:lnTo>
                <a:lnTo>
                  <a:pt x="26287" y="322358"/>
                </a:lnTo>
                <a:lnTo>
                  <a:pt x="28654" y="304108"/>
                </a:lnTo>
                <a:lnTo>
                  <a:pt x="31668" y="286495"/>
                </a:lnTo>
                <a:lnTo>
                  <a:pt x="35275" y="269458"/>
                </a:lnTo>
                <a:lnTo>
                  <a:pt x="39421" y="252942"/>
                </a:lnTo>
                <a:lnTo>
                  <a:pt x="44053" y="236890"/>
                </a:lnTo>
                <a:lnTo>
                  <a:pt x="49117" y="221248"/>
                </a:lnTo>
                <a:lnTo>
                  <a:pt x="54559" y="205962"/>
                </a:lnTo>
                <a:lnTo>
                  <a:pt x="60323" y="190980"/>
                </a:lnTo>
                <a:lnTo>
                  <a:pt x="66353" y="176251"/>
                </a:lnTo>
                <a:lnTo>
                  <a:pt x="72592" y="161724"/>
                </a:lnTo>
                <a:lnTo>
                  <a:pt x="78981" y="147348"/>
                </a:lnTo>
                <a:lnTo>
                  <a:pt x="85461" y="133074"/>
                </a:lnTo>
                <a:lnTo>
                  <a:pt x="91972" y="118852"/>
                </a:lnTo>
                <a:lnTo>
                  <a:pt x="98451" y="104633"/>
                </a:lnTo>
                <a:lnTo>
                  <a:pt x="104837" y="90367"/>
                </a:lnTo>
                <a:lnTo>
                  <a:pt x="111065" y="76006"/>
                </a:lnTo>
                <a:lnTo>
                  <a:pt x="117069" y="61501"/>
                </a:lnTo>
                <a:lnTo>
                  <a:pt x="122783" y="46803"/>
                </a:lnTo>
                <a:lnTo>
                  <a:pt x="128131" y="31863"/>
                </a:lnTo>
                <a:lnTo>
                  <a:pt x="133028" y="16628"/>
                </a:lnTo>
                <a:lnTo>
                  <a:pt x="137236" y="1036"/>
                </a:lnTo>
                <a:lnTo>
                  <a:pt x="134067" y="0"/>
                </a:lnTo>
                <a:lnTo>
                  <a:pt x="128273" y="14986"/>
                </a:lnTo>
                <a:lnTo>
                  <a:pt x="122291" y="29642"/>
                </a:lnTo>
                <a:lnTo>
                  <a:pt x="116001" y="44014"/>
                </a:lnTo>
                <a:lnTo>
                  <a:pt x="109431" y="58157"/>
                </a:lnTo>
                <a:lnTo>
                  <a:pt x="102622" y="72129"/>
                </a:lnTo>
                <a:lnTo>
                  <a:pt x="95624" y="85989"/>
                </a:lnTo>
                <a:lnTo>
                  <a:pt x="88485" y="99795"/>
                </a:lnTo>
                <a:lnTo>
                  <a:pt x="81259" y="113607"/>
                </a:lnTo>
                <a:lnTo>
                  <a:pt x="73997" y="127482"/>
                </a:lnTo>
                <a:lnTo>
                  <a:pt x="66755" y="141478"/>
                </a:lnTo>
                <a:lnTo>
                  <a:pt x="59587" y="155654"/>
                </a:lnTo>
                <a:lnTo>
                  <a:pt x="52550" y="170067"/>
                </a:lnTo>
                <a:lnTo>
                  <a:pt x="45701" y="184774"/>
                </a:lnTo>
                <a:lnTo>
                  <a:pt x="39098" y="199832"/>
                </a:lnTo>
                <a:lnTo>
                  <a:pt x="32802" y="215297"/>
                </a:lnTo>
                <a:lnTo>
                  <a:pt x="26872" y="231224"/>
                </a:lnTo>
                <a:lnTo>
                  <a:pt x="21370" y="247668"/>
                </a:lnTo>
                <a:lnTo>
                  <a:pt x="16358" y="264680"/>
                </a:lnTo>
                <a:lnTo>
                  <a:pt x="11897" y="282314"/>
                </a:lnTo>
                <a:lnTo>
                  <a:pt x="8051" y="300619"/>
                </a:lnTo>
                <a:lnTo>
                  <a:pt x="4881" y="319644"/>
                </a:lnTo>
                <a:lnTo>
                  <a:pt x="2448" y="339438"/>
                </a:lnTo>
                <a:lnTo>
                  <a:pt x="813" y="360049"/>
                </a:lnTo>
                <a:lnTo>
                  <a:pt x="36" y="381473"/>
                </a:lnTo>
                <a:lnTo>
                  <a:pt x="0" y="399938"/>
                </a:lnTo>
                <a:lnTo>
                  <a:pt x="500" y="418707"/>
                </a:lnTo>
                <a:lnTo>
                  <a:pt x="1462" y="437803"/>
                </a:lnTo>
                <a:lnTo>
                  <a:pt x="2812" y="457215"/>
                </a:lnTo>
                <a:lnTo>
                  <a:pt x="4478" y="476930"/>
                </a:lnTo>
                <a:lnTo>
                  <a:pt x="6386" y="496934"/>
                </a:lnTo>
                <a:lnTo>
                  <a:pt x="8466" y="517215"/>
                </a:lnTo>
                <a:lnTo>
                  <a:pt x="10646" y="537760"/>
                </a:lnTo>
                <a:lnTo>
                  <a:pt x="12856" y="558556"/>
                </a:lnTo>
                <a:lnTo>
                  <a:pt x="15025" y="579589"/>
                </a:lnTo>
                <a:lnTo>
                  <a:pt x="17084" y="600845"/>
                </a:lnTo>
                <a:lnTo>
                  <a:pt x="18962" y="622311"/>
                </a:lnTo>
                <a:lnTo>
                  <a:pt x="20592" y="643971"/>
                </a:lnTo>
                <a:lnTo>
                  <a:pt x="21905" y="665813"/>
                </a:lnTo>
                <a:lnTo>
                  <a:pt x="22832" y="687823"/>
                </a:lnTo>
                <a:lnTo>
                  <a:pt x="23307" y="709985"/>
                </a:lnTo>
                <a:lnTo>
                  <a:pt x="23263" y="732286"/>
                </a:lnTo>
                <a:lnTo>
                  <a:pt x="22632" y="754712"/>
                </a:lnTo>
                <a:lnTo>
                  <a:pt x="21349" y="777251"/>
                </a:lnTo>
                <a:lnTo>
                  <a:pt x="19349" y="799891"/>
                </a:lnTo>
                <a:lnTo>
                  <a:pt x="16567" y="822619"/>
                </a:lnTo>
                <a:lnTo>
                  <a:pt x="12936" y="845426"/>
                </a:lnTo>
                <a:lnTo>
                  <a:pt x="8393" y="868302"/>
                </a:lnTo>
                <a:lnTo>
                  <a:pt x="2778" y="89163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apered hepatic vessel 02"/>
          <p:cNvSpPr/>
          <p:nvPr/>
        </p:nvSpPr>
        <p:spPr>
          <a:xfrm>
            <a:off x="10215995" y="5733834"/>
            <a:ext cx="367264" cy="795694"/>
          </a:xfrm>
          <a:custGeom>
            <a:avLst/>
            <a:gdLst/>
            <a:ahLst/>
            <a:cxnLst/>
            <a:rect l="0" t="0" r="r" b="b"/>
            <a:pathLst>
              <a:path w="367264" h="795694">
                <a:moveTo>
                  <a:pt x="27709" y="795694"/>
                </a:moveTo>
                <a:lnTo>
                  <a:pt x="46473" y="777259"/>
                </a:lnTo>
                <a:lnTo>
                  <a:pt x="64894" y="758277"/>
                </a:lnTo>
                <a:lnTo>
                  <a:pt x="82798" y="738927"/>
                </a:lnTo>
                <a:lnTo>
                  <a:pt x="100184" y="719223"/>
                </a:lnTo>
                <a:lnTo>
                  <a:pt x="117054" y="699176"/>
                </a:lnTo>
                <a:lnTo>
                  <a:pt x="133407" y="678802"/>
                </a:lnTo>
                <a:lnTo>
                  <a:pt x="149244" y="658111"/>
                </a:lnTo>
                <a:lnTo>
                  <a:pt x="164567" y="637118"/>
                </a:lnTo>
                <a:lnTo>
                  <a:pt x="179374" y="615835"/>
                </a:lnTo>
                <a:lnTo>
                  <a:pt x="193667" y="594275"/>
                </a:lnTo>
                <a:lnTo>
                  <a:pt x="207445" y="572450"/>
                </a:lnTo>
                <a:lnTo>
                  <a:pt x="220710" y="550375"/>
                </a:lnTo>
                <a:lnTo>
                  <a:pt x="233463" y="528060"/>
                </a:lnTo>
                <a:lnTo>
                  <a:pt x="245702" y="505519"/>
                </a:lnTo>
                <a:lnTo>
                  <a:pt x="257430" y="482765"/>
                </a:lnTo>
                <a:lnTo>
                  <a:pt x="268646" y="459811"/>
                </a:lnTo>
                <a:lnTo>
                  <a:pt x="279350" y="436668"/>
                </a:lnTo>
                <a:lnTo>
                  <a:pt x="289544" y="413350"/>
                </a:lnTo>
                <a:lnTo>
                  <a:pt x="299228" y="389869"/>
                </a:lnTo>
                <a:lnTo>
                  <a:pt x="308402" y="366238"/>
                </a:lnTo>
                <a:lnTo>
                  <a:pt x="317066" y="342470"/>
                </a:lnTo>
                <a:lnTo>
                  <a:pt x="325221" y="318576"/>
                </a:lnTo>
                <a:lnTo>
                  <a:pt x="332867" y="294570"/>
                </a:lnTo>
                <a:lnTo>
                  <a:pt x="339921" y="270729"/>
                </a:lnTo>
                <a:lnTo>
                  <a:pt x="345176" y="254418"/>
                </a:lnTo>
                <a:lnTo>
                  <a:pt x="349877" y="238514"/>
                </a:lnTo>
                <a:lnTo>
                  <a:pt x="353939" y="223318"/>
                </a:lnTo>
                <a:lnTo>
                  <a:pt x="357394" y="208792"/>
                </a:lnTo>
                <a:lnTo>
                  <a:pt x="360274" y="194896"/>
                </a:lnTo>
                <a:lnTo>
                  <a:pt x="362610" y="181593"/>
                </a:lnTo>
                <a:lnTo>
                  <a:pt x="364434" y="168845"/>
                </a:lnTo>
                <a:lnTo>
                  <a:pt x="365778" y="156614"/>
                </a:lnTo>
                <a:lnTo>
                  <a:pt x="366676" y="144865"/>
                </a:lnTo>
                <a:lnTo>
                  <a:pt x="367160" y="133561"/>
                </a:lnTo>
                <a:lnTo>
                  <a:pt x="367264" y="122665"/>
                </a:lnTo>
                <a:lnTo>
                  <a:pt x="367021" y="112139"/>
                </a:lnTo>
                <a:lnTo>
                  <a:pt x="366467" y="101948"/>
                </a:lnTo>
                <a:lnTo>
                  <a:pt x="365635" y="92051"/>
                </a:lnTo>
                <a:lnTo>
                  <a:pt x="364561" y="82409"/>
                </a:lnTo>
                <a:lnTo>
                  <a:pt x="363277" y="72981"/>
                </a:lnTo>
                <a:lnTo>
                  <a:pt x="361816" y="63726"/>
                </a:lnTo>
                <a:lnTo>
                  <a:pt x="360213" y="54599"/>
                </a:lnTo>
                <a:lnTo>
                  <a:pt x="358496" y="45556"/>
                </a:lnTo>
                <a:lnTo>
                  <a:pt x="356695" y="36551"/>
                </a:lnTo>
                <a:lnTo>
                  <a:pt x="354835" y="27538"/>
                </a:lnTo>
                <a:lnTo>
                  <a:pt x="352937" y="18471"/>
                </a:lnTo>
                <a:lnTo>
                  <a:pt x="351003" y="9305"/>
                </a:lnTo>
                <a:lnTo>
                  <a:pt x="348882" y="0"/>
                </a:lnTo>
                <a:lnTo>
                  <a:pt x="345577" y="433"/>
                </a:lnTo>
                <a:lnTo>
                  <a:pt x="345926" y="9993"/>
                </a:lnTo>
                <a:lnTo>
                  <a:pt x="346593" y="19378"/>
                </a:lnTo>
                <a:lnTo>
                  <a:pt x="347363" y="28631"/>
                </a:lnTo>
                <a:lnTo>
                  <a:pt x="348171" y="37789"/>
                </a:lnTo>
                <a:lnTo>
                  <a:pt x="348972" y="46889"/>
                </a:lnTo>
                <a:lnTo>
                  <a:pt x="349725" y="55967"/>
                </a:lnTo>
                <a:lnTo>
                  <a:pt x="350392" y="65060"/>
                </a:lnTo>
                <a:lnTo>
                  <a:pt x="350938" y="74207"/>
                </a:lnTo>
                <a:lnTo>
                  <a:pt x="351330" y="83446"/>
                </a:lnTo>
                <a:lnTo>
                  <a:pt x="351534" y="92819"/>
                </a:lnTo>
                <a:lnTo>
                  <a:pt x="351518" y="102366"/>
                </a:lnTo>
                <a:lnTo>
                  <a:pt x="351251" y="112131"/>
                </a:lnTo>
                <a:lnTo>
                  <a:pt x="350699" y="122158"/>
                </a:lnTo>
                <a:lnTo>
                  <a:pt x="349833" y="132491"/>
                </a:lnTo>
                <a:lnTo>
                  <a:pt x="348619" y="143178"/>
                </a:lnTo>
                <a:lnTo>
                  <a:pt x="347026" y="154263"/>
                </a:lnTo>
                <a:lnTo>
                  <a:pt x="345019" y="165793"/>
                </a:lnTo>
                <a:lnTo>
                  <a:pt x="342565" y="177813"/>
                </a:lnTo>
                <a:lnTo>
                  <a:pt x="339632" y="190370"/>
                </a:lnTo>
                <a:lnTo>
                  <a:pt x="336183" y="203509"/>
                </a:lnTo>
                <a:lnTo>
                  <a:pt x="332186" y="217274"/>
                </a:lnTo>
                <a:lnTo>
                  <a:pt x="327605" y="231708"/>
                </a:lnTo>
                <a:lnTo>
                  <a:pt x="322406" y="246857"/>
                </a:lnTo>
                <a:lnTo>
                  <a:pt x="316438" y="263103"/>
                </a:lnTo>
                <a:lnTo>
                  <a:pt x="308709" y="286784"/>
                </a:lnTo>
                <a:lnTo>
                  <a:pt x="300580" y="310077"/>
                </a:lnTo>
                <a:lnTo>
                  <a:pt x="291966" y="333233"/>
                </a:lnTo>
                <a:lnTo>
                  <a:pt x="282870" y="356242"/>
                </a:lnTo>
                <a:lnTo>
                  <a:pt x="273292" y="379091"/>
                </a:lnTo>
                <a:lnTo>
                  <a:pt x="263231" y="401768"/>
                </a:lnTo>
                <a:lnTo>
                  <a:pt x="252688" y="424260"/>
                </a:lnTo>
                <a:lnTo>
                  <a:pt x="241664" y="446555"/>
                </a:lnTo>
                <a:lnTo>
                  <a:pt x="230159" y="468642"/>
                </a:lnTo>
                <a:lnTo>
                  <a:pt x="218173" y="490507"/>
                </a:lnTo>
                <a:lnTo>
                  <a:pt x="205707" y="512140"/>
                </a:lnTo>
                <a:lnTo>
                  <a:pt x="192761" y="533527"/>
                </a:lnTo>
                <a:lnTo>
                  <a:pt x="179337" y="554657"/>
                </a:lnTo>
                <a:lnTo>
                  <a:pt x="165434" y="575517"/>
                </a:lnTo>
                <a:lnTo>
                  <a:pt x="151052" y="596096"/>
                </a:lnTo>
                <a:lnTo>
                  <a:pt x="136193" y="616381"/>
                </a:lnTo>
                <a:lnTo>
                  <a:pt x="120856" y="636361"/>
                </a:lnTo>
                <a:lnTo>
                  <a:pt x="105043" y="656024"/>
                </a:lnTo>
                <a:lnTo>
                  <a:pt x="88754" y="675357"/>
                </a:lnTo>
                <a:lnTo>
                  <a:pt x="71988" y="694350"/>
                </a:lnTo>
                <a:lnTo>
                  <a:pt x="54747" y="712989"/>
                </a:lnTo>
                <a:lnTo>
                  <a:pt x="37031" y="731264"/>
                </a:lnTo>
                <a:lnTo>
                  <a:pt x="18840" y="749163"/>
                </a:lnTo>
                <a:lnTo>
                  <a:pt x="0" y="766839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Tapered hepatic vessel 03"/>
          <p:cNvSpPr/>
          <p:nvPr/>
        </p:nvSpPr>
        <p:spPr>
          <a:xfrm>
            <a:off x="10391161" y="5932884"/>
            <a:ext cx="430405" cy="381328"/>
          </a:xfrm>
          <a:custGeom>
            <a:avLst/>
            <a:gdLst/>
            <a:ahLst/>
            <a:cxnLst/>
            <a:rect l="0" t="0" r="r" b="b"/>
            <a:pathLst>
              <a:path w="430405" h="381328">
                <a:moveTo>
                  <a:pt x="20278" y="381328"/>
                </a:moveTo>
                <a:lnTo>
                  <a:pt x="37698" y="360348"/>
                </a:lnTo>
                <a:lnTo>
                  <a:pt x="54926" y="340574"/>
                </a:lnTo>
                <a:lnTo>
                  <a:pt x="72079" y="321792"/>
                </a:lnTo>
                <a:lnTo>
                  <a:pt x="89170" y="303912"/>
                </a:lnTo>
                <a:lnTo>
                  <a:pt x="106210" y="286847"/>
                </a:lnTo>
                <a:lnTo>
                  <a:pt x="123208" y="270509"/>
                </a:lnTo>
                <a:lnTo>
                  <a:pt x="140176" y="254810"/>
                </a:lnTo>
                <a:lnTo>
                  <a:pt x="157124" y="239665"/>
                </a:lnTo>
                <a:lnTo>
                  <a:pt x="174060" y="224987"/>
                </a:lnTo>
                <a:lnTo>
                  <a:pt x="190993" y="210690"/>
                </a:lnTo>
                <a:lnTo>
                  <a:pt x="207930" y="196688"/>
                </a:lnTo>
                <a:lnTo>
                  <a:pt x="224880" y="182896"/>
                </a:lnTo>
                <a:lnTo>
                  <a:pt x="241847" y="169229"/>
                </a:lnTo>
                <a:lnTo>
                  <a:pt x="258837" y="155601"/>
                </a:lnTo>
                <a:lnTo>
                  <a:pt x="275854" y="141927"/>
                </a:lnTo>
                <a:lnTo>
                  <a:pt x="292903" y="128121"/>
                </a:lnTo>
                <a:lnTo>
                  <a:pt x="309987" y="114098"/>
                </a:lnTo>
                <a:lnTo>
                  <a:pt x="327107" y="99773"/>
                </a:lnTo>
                <a:lnTo>
                  <a:pt x="344267" y="85059"/>
                </a:lnTo>
                <a:lnTo>
                  <a:pt x="361466" y="69870"/>
                </a:lnTo>
                <a:lnTo>
                  <a:pt x="378703" y="54115"/>
                </a:lnTo>
                <a:lnTo>
                  <a:pt x="395974" y="37703"/>
                </a:lnTo>
                <a:lnTo>
                  <a:pt x="413258" y="20529"/>
                </a:lnTo>
                <a:lnTo>
                  <a:pt x="430405" y="2383"/>
                </a:lnTo>
                <a:lnTo>
                  <a:pt x="428073" y="0"/>
                </a:lnTo>
                <a:lnTo>
                  <a:pt x="409598" y="16709"/>
                </a:lnTo>
                <a:lnTo>
                  <a:pt x="391442" y="32777"/>
                </a:lnTo>
                <a:lnTo>
                  <a:pt x="373437" y="48169"/>
                </a:lnTo>
                <a:lnTo>
                  <a:pt x="355549" y="62953"/>
                </a:lnTo>
                <a:lnTo>
                  <a:pt x="337754" y="77210"/>
                </a:lnTo>
                <a:lnTo>
                  <a:pt x="320035" y="91026"/>
                </a:lnTo>
                <a:lnTo>
                  <a:pt x="302377" y="104486"/>
                </a:lnTo>
                <a:lnTo>
                  <a:pt x="284764" y="117679"/>
                </a:lnTo>
                <a:lnTo>
                  <a:pt x="267183" y="130691"/>
                </a:lnTo>
                <a:lnTo>
                  <a:pt x="249620" y="143611"/>
                </a:lnTo>
                <a:lnTo>
                  <a:pt x="232063" y="156528"/>
                </a:lnTo>
                <a:lnTo>
                  <a:pt x="214499" y="169530"/>
                </a:lnTo>
                <a:lnTo>
                  <a:pt x="196917" y="182705"/>
                </a:lnTo>
                <a:lnTo>
                  <a:pt x="179308" y="196141"/>
                </a:lnTo>
                <a:lnTo>
                  <a:pt x="161660" y="209927"/>
                </a:lnTo>
                <a:lnTo>
                  <a:pt x="143966" y="224151"/>
                </a:lnTo>
                <a:lnTo>
                  <a:pt x="126217" y="238900"/>
                </a:lnTo>
                <a:lnTo>
                  <a:pt x="108406" y="254261"/>
                </a:lnTo>
                <a:lnTo>
                  <a:pt x="90527" y="270322"/>
                </a:lnTo>
                <a:lnTo>
                  <a:pt x="72572" y="287169"/>
                </a:lnTo>
                <a:lnTo>
                  <a:pt x="54537" y="304888"/>
                </a:lnTo>
                <a:lnTo>
                  <a:pt x="36416" y="323565"/>
                </a:lnTo>
                <a:lnTo>
                  <a:pt x="18203" y="343285"/>
                </a:lnTo>
                <a:lnTo>
                  <a:pt x="0" y="36400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Tapered hepatic vessel 04"/>
          <p:cNvSpPr/>
          <p:nvPr/>
        </p:nvSpPr>
        <p:spPr>
          <a:xfrm>
            <a:off x="9247212" y="6810008"/>
            <a:ext cx="528049" cy="829621"/>
          </a:xfrm>
          <a:custGeom>
            <a:avLst/>
            <a:gdLst/>
            <a:ahLst/>
            <a:cxnLst/>
            <a:rect l="0" t="0" r="r" b="b"/>
            <a:pathLst>
              <a:path w="528049" h="829621">
                <a:moveTo>
                  <a:pt x="484727" y="0"/>
                </a:moveTo>
                <a:lnTo>
                  <a:pt x="473626" y="25184"/>
                </a:lnTo>
                <a:lnTo>
                  <a:pt x="463560" y="50099"/>
                </a:lnTo>
                <a:lnTo>
                  <a:pt x="454560" y="74392"/>
                </a:lnTo>
                <a:lnTo>
                  <a:pt x="446489" y="98072"/>
                </a:lnTo>
                <a:lnTo>
                  <a:pt x="439207" y="121149"/>
                </a:lnTo>
                <a:lnTo>
                  <a:pt x="432573" y="143636"/>
                </a:lnTo>
                <a:lnTo>
                  <a:pt x="426450" y="165546"/>
                </a:lnTo>
                <a:lnTo>
                  <a:pt x="420698" y="186893"/>
                </a:lnTo>
                <a:lnTo>
                  <a:pt x="415180" y="207696"/>
                </a:lnTo>
                <a:lnTo>
                  <a:pt x="409760" y="227974"/>
                </a:lnTo>
                <a:lnTo>
                  <a:pt x="404302" y="247750"/>
                </a:lnTo>
                <a:lnTo>
                  <a:pt x="398673" y="267049"/>
                </a:lnTo>
                <a:lnTo>
                  <a:pt x="392743" y="285900"/>
                </a:lnTo>
                <a:lnTo>
                  <a:pt x="386378" y="304335"/>
                </a:lnTo>
                <a:lnTo>
                  <a:pt x="379447" y="322391"/>
                </a:lnTo>
                <a:lnTo>
                  <a:pt x="371818" y="340109"/>
                </a:lnTo>
                <a:lnTo>
                  <a:pt x="363355" y="357532"/>
                </a:lnTo>
                <a:lnTo>
                  <a:pt x="353917" y="374707"/>
                </a:lnTo>
                <a:lnTo>
                  <a:pt x="343361" y="391679"/>
                </a:lnTo>
                <a:lnTo>
                  <a:pt x="331539" y="408494"/>
                </a:lnTo>
                <a:lnTo>
                  <a:pt x="318298" y="425191"/>
                </a:lnTo>
                <a:lnTo>
                  <a:pt x="303485" y="441805"/>
                </a:lnTo>
                <a:lnTo>
                  <a:pt x="286948" y="458366"/>
                </a:lnTo>
                <a:lnTo>
                  <a:pt x="268306" y="475088"/>
                </a:lnTo>
                <a:lnTo>
                  <a:pt x="253328" y="488298"/>
                </a:lnTo>
                <a:lnTo>
                  <a:pt x="238562" y="501343"/>
                </a:lnTo>
                <a:lnTo>
                  <a:pt x="224084" y="514210"/>
                </a:lnTo>
                <a:lnTo>
                  <a:pt x="209899" y="526950"/>
                </a:lnTo>
                <a:lnTo>
                  <a:pt x="196013" y="539610"/>
                </a:lnTo>
                <a:lnTo>
                  <a:pt x="182433" y="552239"/>
                </a:lnTo>
                <a:lnTo>
                  <a:pt x="169166" y="564886"/>
                </a:lnTo>
                <a:lnTo>
                  <a:pt x="156220" y="577600"/>
                </a:lnTo>
                <a:lnTo>
                  <a:pt x="143602" y="590429"/>
                </a:lnTo>
                <a:lnTo>
                  <a:pt x="131320" y="603419"/>
                </a:lnTo>
                <a:lnTo>
                  <a:pt x="119384" y="616619"/>
                </a:lnTo>
                <a:lnTo>
                  <a:pt x="107802" y="630076"/>
                </a:lnTo>
                <a:lnTo>
                  <a:pt x="96583" y="643835"/>
                </a:lnTo>
                <a:lnTo>
                  <a:pt x="85736" y="657943"/>
                </a:lnTo>
                <a:lnTo>
                  <a:pt x="75269" y="672446"/>
                </a:lnTo>
                <a:lnTo>
                  <a:pt x="65191" y="687390"/>
                </a:lnTo>
                <a:lnTo>
                  <a:pt x="55511" y="702820"/>
                </a:lnTo>
                <a:lnTo>
                  <a:pt x="46237" y="718783"/>
                </a:lnTo>
                <a:lnTo>
                  <a:pt x="37378" y="735324"/>
                </a:lnTo>
                <a:lnTo>
                  <a:pt x="28943" y="752490"/>
                </a:lnTo>
                <a:lnTo>
                  <a:pt x="20944" y="770331"/>
                </a:lnTo>
                <a:lnTo>
                  <a:pt x="13398" y="788896"/>
                </a:lnTo>
                <a:lnTo>
                  <a:pt x="6343" y="808243"/>
                </a:lnTo>
                <a:lnTo>
                  <a:pt x="0" y="828463"/>
                </a:lnTo>
                <a:lnTo>
                  <a:pt x="3126" y="829621"/>
                </a:lnTo>
                <a:lnTo>
                  <a:pt x="11466" y="810236"/>
                </a:lnTo>
                <a:lnTo>
                  <a:pt x="19879" y="791665"/>
                </a:lnTo>
                <a:lnTo>
                  <a:pt x="28579" y="773899"/>
                </a:lnTo>
                <a:lnTo>
                  <a:pt x="37595" y="756898"/>
                </a:lnTo>
                <a:lnTo>
                  <a:pt x="46935" y="740611"/>
                </a:lnTo>
                <a:lnTo>
                  <a:pt x="56603" y="724989"/>
                </a:lnTo>
                <a:lnTo>
                  <a:pt x="66601" y="709978"/>
                </a:lnTo>
                <a:lnTo>
                  <a:pt x="76929" y="695527"/>
                </a:lnTo>
                <a:lnTo>
                  <a:pt x="87587" y="681582"/>
                </a:lnTo>
                <a:lnTo>
                  <a:pt x="98575" y="668089"/>
                </a:lnTo>
                <a:lnTo>
                  <a:pt x="109893" y="654995"/>
                </a:lnTo>
                <a:lnTo>
                  <a:pt x="121542" y="642246"/>
                </a:lnTo>
                <a:lnTo>
                  <a:pt x="133523" y="629790"/>
                </a:lnTo>
                <a:lnTo>
                  <a:pt x="145837" y="617573"/>
                </a:lnTo>
                <a:lnTo>
                  <a:pt x="158483" y="605544"/>
                </a:lnTo>
                <a:lnTo>
                  <a:pt x="171462" y="593650"/>
                </a:lnTo>
                <a:lnTo>
                  <a:pt x="184774" y="581841"/>
                </a:lnTo>
                <a:lnTo>
                  <a:pt x="198419" y="570064"/>
                </a:lnTo>
                <a:lnTo>
                  <a:pt x="212395" y="558269"/>
                </a:lnTo>
                <a:lnTo>
                  <a:pt x="226703" y="546405"/>
                </a:lnTo>
                <a:lnTo>
                  <a:pt x="241340" y="534422"/>
                </a:lnTo>
                <a:lnTo>
                  <a:pt x="256303" y="522270"/>
                </a:lnTo>
                <a:lnTo>
                  <a:pt x="271590" y="509898"/>
                </a:lnTo>
                <a:lnTo>
                  <a:pt x="287270" y="497196"/>
                </a:lnTo>
                <a:lnTo>
                  <a:pt x="307170" y="480474"/>
                </a:lnTo>
                <a:lnTo>
                  <a:pt x="325479" y="463352"/>
                </a:lnTo>
                <a:lnTo>
                  <a:pt x="342090" y="446001"/>
                </a:lnTo>
                <a:lnTo>
                  <a:pt x="357123" y="428412"/>
                </a:lnTo>
                <a:lnTo>
                  <a:pt x="370696" y="410575"/>
                </a:lnTo>
                <a:lnTo>
                  <a:pt x="382931" y="392492"/>
                </a:lnTo>
                <a:lnTo>
                  <a:pt x="393953" y="374164"/>
                </a:lnTo>
                <a:lnTo>
                  <a:pt x="403891" y="355597"/>
                </a:lnTo>
                <a:lnTo>
                  <a:pt x="412877" y="336795"/>
                </a:lnTo>
                <a:lnTo>
                  <a:pt x="421048" y="317762"/>
                </a:lnTo>
                <a:lnTo>
                  <a:pt x="428545" y="298495"/>
                </a:lnTo>
                <a:lnTo>
                  <a:pt x="435509" y="278991"/>
                </a:lnTo>
                <a:lnTo>
                  <a:pt x="442080" y="259241"/>
                </a:lnTo>
                <a:lnTo>
                  <a:pt x="448400" y="239231"/>
                </a:lnTo>
                <a:lnTo>
                  <a:pt x="454609" y="218947"/>
                </a:lnTo>
                <a:lnTo>
                  <a:pt x="460844" y="198369"/>
                </a:lnTo>
                <a:lnTo>
                  <a:pt x="467242" y="177475"/>
                </a:lnTo>
                <a:lnTo>
                  <a:pt x="473939" y="156242"/>
                </a:lnTo>
                <a:lnTo>
                  <a:pt x="481068" y="134644"/>
                </a:lnTo>
                <a:lnTo>
                  <a:pt x="488764" y="112653"/>
                </a:lnTo>
                <a:lnTo>
                  <a:pt x="497159" y="90239"/>
                </a:lnTo>
                <a:lnTo>
                  <a:pt x="506387" y="67372"/>
                </a:lnTo>
                <a:lnTo>
                  <a:pt x="516582" y="44018"/>
                </a:lnTo>
                <a:lnTo>
                  <a:pt x="528049" y="1978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Tapered hepatic vessel 05"/>
          <p:cNvSpPr/>
          <p:nvPr/>
        </p:nvSpPr>
        <p:spPr>
          <a:xfrm>
            <a:off x="9662595" y="7046300"/>
            <a:ext cx="520153" cy="85488"/>
          </a:xfrm>
          <a:custGeom>
            <a:avLst/>
            <a:gdLst/>
            <a:ahLst/>
            <a:cxnLst/>
            <a:rect l="0" t="0" r="r" b="b"/>
            <a:pathLst>
              <a:path w="520153" h="85488">
                <a:moveTo>
                  <a:pt x="0" y="23449"/>
                </a:moveTo>
                <a:lnTo>
                  <a:pt x="18362" y="31317"/>
                </a:lnTo>
                <a:lnTo>
                  <a:pt x="37255" y="38816"/>
                </a:lnTo>
                <a:lnTo>
                  <a:pt x="56510" y="45851"/>
                </a:lnTo>
                <a:lnTo>
                  <a:pt x="76116" y="52398"/>
                </a:lnTo>
                <a:lnTo>
                  <a:pt x="96057" y="58430"/>
                </a:lnTo>
                <a:lnTo>
                  <a:pt x="116322" y="63924"/>
                </a:lnTo>
                <a:lnTo>
                  <a:pt x="136896" y="68854"/>
                </a:lnTo>
                <a:lnTo>
                  <a:pt x="157766" y="73195"/>
                </a:lnTo>
                <a:lnTo>
                  <a:pt x="178917" y="76922"/>
                </a:lnTo>
                <a:lnTo>
                  <a:pt x="200338" y="80012"/>
                </a:lnTo>
                <a:lnTo>
                  <a:pt x="222012" y="82438"/>
                </a:lnTo>
                <a:lnTo>
                  <a:pt x="243927" y="84176"/>
                </a:lnTo>
                <a:lnTo>
                  <a:pt x="266068" y="85201"/>
                </a:lnTo>
                <a:lnTo>
                  <a:pt x="288420" y="85488"/>
                </a:lnTo>
                <a:lnTo>
                  <a:pt x="310970" y="85013"/>
                </a:lnTo>
                <a:lnTo>
                  <a:pt x="333702" y="83750"/>
                </a:lnTo>
                <a:lnTo>
                  <a:pt x="356602" y="81674"/>
                </a:lnTo>
                <a:lnTo>
                  <a:pt x="379656" y="78761"/>
                </a:lnTo>
                <a:lnTo>
                  <a:pt x="402846" y="74984"/>
                </a:lnTo>
                <a:lnTo>
                  <a:pt x="426159" y="70315"/>
                </a:lnTo>
                <a:lnTo>
                  <a:pt x="449576" y="64725"/>
                </a:lnTo>
                <a:lnTo>
                  <a:pt x="473079" y="58181"/>
                </a:lnTo>
                <a:lnTo>
                  <a:pt x="496642" y="50630"/>
                </a:lnTo>
                <a:lnTo>
                  <a:pt x="520153" y="41882"/>
                </a:lnTo>
                <a:lnTo>
                  <a:pt x="519108" y="38717"/>
                </a:lnTo>
                <a:lnTo>
                  <a:pt x="495097" y="45654"/>
                </a:lnTo>
                <a:lnTo>
                  <a:pt x="471362" y="51853"/>
                </a:lnTo>
                <a:lnTo>
                  <a:pt x="447814" y="57173"/>
                </a:lnTo>
                <a:lnTo>
                  <a:pt x="424454" y="61613"/>
                </a:lnTo>
                <a:lnTo>
                  <a:pt x="401287" y="65188"/>
                </a:lnTo>
                <a:lnTo>
                  <a:pt x="378320" y="67918"/>
                </a:lnTo>
                <a:lnTo>
                  <a:pt x="355563" y="69825"/>
                </a:lnTo>
                <a:lnTo>
                  <a:pt x="333025" y="70933"/>
                </a:lnTo>
                <a:lnTo>
                  <a:pt x="310716" y="71266"/>
                </a:lnTo>
                <a:lnTo>
                  <a:pt x="288647" y="70848"/>
                </a:lnTo>
                <a:lnTo>
                  <a:pt x="266826" y="69705"/>
                </a:lnTo>
                <a:lnTo>
                  <a:pt x="245265" y="67861"/>
                </a:lnTo>
                <a:lnTo>
                  <a:pt x="223974" y="65341"/>
                </a:lnTo>
                <a:lnTo>
                  <a:pt x="202964" y="62169"/>
                </a:lnTo>
                <a:lnTo>
                  <a:pt x="182245" y="58371"/>
                </a:lnTo>
                <a:lnTo>
                  <a:pt x="161829" y="53971"/>
                </a:lnTo>
                <a:lnTo>
                  <a:pt x="141725" y="48994"/>
                </a:lnTo>
                <a:lnTo>
                  <a:pt x="121946" y="43464"/>
                </a:lnTo>
                <a:lnTo>
                  <a:pt x="102503" y="37407"/>
                </a:lnTo>
                <a:lnTo>
                  <a:pt x="83406" y="30847"/>
                </a:lnTo>
                <a:lnTo>
                  <a:pt x="64667" y="23809"/>
                </a:lnTo>
                <a:lnTo>
                  <a:pt x="46298" y="16317"/>
                </a:lnTo>
                <a:lnTo>
                  <a:pt x="28311" y="8396"/>
                </a:lnTo>
                <a:lnTo>
                  <a:pt x="10561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Tapered hepatic vessel 06"/>
          <p:cNvSpPr/>
          <p:nvPr/>
        </p:nvSpPr>
        <p:spPr>
          <a:xfrm>
            <a:off x="9589451" y="7257320"/>
            <a:ext cx="98673" cy="259063"/>
          </a:xfrm>
          <a:custGeom>
            <a:avLst/>
            <a:gdLst/>
            <a:ahLst/>
            <a:cxnLst/>
            <a:rect l="0" t="0" r="r" b="b"/>
            <a:pathLst>
              <a:path w="98673" h="259063">
                <a:moveTo>
                  <a:pt x="819" y="0"/>
                </a:moveTo>
                <a:lnTo>
                  <a:pt x="167" y="14335"/>
                </a:lnTo>
                <a:lnTo>
                  <a:pt x="0" y="28540"/>
                </a:lnTo>
                <a:lnTo>
                  <a:pt x="320" y="42433"/>
                </a:lnTo>
                <a:lnTo>
                  <a:pt x="1113" y="56012"/>
                </a:lnTo>
                <a:lnTo>
                  <a:pt x="2368" y="69276"/>
                </a:lnTo>
                <a:lnTo>
                  <a:pt x="4071" y="82223"/>
                </a:lnTo>
                <a:lnTo>
                  <a:pt x="6209" y="94851"/>
                </a:lnTo>
                <a:lnTo>
                  <a:pt x="8768" y="107158"/>
                </a:lnTo>
                <a:lnTo>
                  <a:pt x="11736" y="119143"/>
                </a:lnTo>
                <a:lnTo>
                  <a:pt x="15098" y="130805"/>
                </a:lnTo>
                <a:lnTo>
                  <a:pt x="18842" y="142141"/>
                </a:lnTo>
                <a:lnTo>
                  <a:pt x="22953" y="153151"/>
                </a:lnTo>
                <a:lnTo>
                  <a:pt x="27418" y="163833"/>
                </a:lnTo>
                <a:lnTo>
                  <a:pt x="32223" y="174186"/>
                </a:lnTo>
                <a:lnTo>
                  <a:pt x="37355" y="184209"/>
                </a:lnTo>
                <a:lnTo>
                  <a:pt x="42800" y="193901"/>
                </a:lnTo>
                <a:lnTo>
                  <a:pt x="48544" y="203260"/>
                </a:lnTo>
                <a:lnTo>
                  <a:pt x="54575" y="212285"/>
                </a:lnTo>
                <a:lnTo>
                  <a:pt x="60880" y="220975"/>
                </a:lnTo>
                <a:lnTo>
                  <a:pt x="67448" y="229326"/>
                </a:lnTo>
                <a:lnTo>
                  <a:pt x="74267" y="237334"/>
                </a:lnTo>
                <a:lnTo>
                  <a:pt x="81331" y="244992"/>
                </a:lnTo>
                <a:lnTo>
                  <a:pt x="88642" y="252280"/>
                </a:lnTo>
                <a:lnTo>
                  <a:pt x="96275" y="259063"/>
                </a:lnTo>
                <a:lnTo>
                  <a:pt x="98673" y="256747"/>
                </a:lnTo>
                <a:lnTo>
                  <a:pt x="92220" y="248945"/>
                </a:lnTo>
                <a:lnTo>
                  <a:pt x="85868" y="241053"/>
                </a:lnTo>
                <a:lnTo>
                  <a:pt x="79715" y="232935"/>
                </a:lnTo>
                <a:lnTo>
                  <a:pt x="73789" y="224572"/>
                </a:lnTo>
                <a:lnTo>
                  <a:pt x="68107" y="215957"/>
                </a:lnTo>
                <a:lnTo>
                  <a:pt x="62684" y="207084"/>
                </a:lnTo>
                <a:lnTo>
                  <a:pt x="57532" y="197953"/>
                </a:lnTo>
                <a:lnTo>
                  <a:pt x="52664" y="188560"/>
                </a:lnTo>
                <a:lnTo>
                  <a:pt x="48092" y="178904"/>
                </a:lnTo>
                <a:lnTo>
                  <a:pt x="43827" y="168984"/>
                </a:lnTo>
                <a:lnTo>
                  <a:pt x="39880" y="158799"/>
                </a:lnTo>
                <a:lnTo>
                  <a:pt x="36263" y="148347"/>
                </a:lnTo>
                <a:lnTo>
                  <a:pt x="32987" y="137628"/>
                </a:lnTo>
                <a:lnTo>
                  <a:pt x="30062" y="126640"/>
                </a:lnTo>
                <a:lnTo>
                  <a:pt x="27500" y="115382"/>
                </a:lnTo>
                <a:lnTo>
                  <a:pt x="25312" y="103852"/>
                </a:lnTo>
                <a:lnTo>
                  <a:pt x="23510" y="92049"/>
                </a:lnTo>
                <a:lnTo>
                  <a:pt x="22105" y="79972"/>
                </a:lnTo>
                <a:lnTo>
                  <a:pt x="21108" y="67618"/>
                </a:lnTo>
                <a:lnTo>
                  <a:pt x="20532" y="54986"/>
                </a:lnTo>
                <a:lnTo>
                  <a:pt x="20387" y="42074"/>
                </a:lnTo>
                <a:lnTo>
                  <a:pt x="20686" y="28880"/>
                </a:lnTo>
                <a:lnTo>
                  <a:pt x="21441" y="15403"/>
                </a:lnTo>
                <a:lnTo>
                  <a:pt x="22678" y="14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Tapered hepatic vessel 07"/>
          <p:cNvSpPr/>
          <p:nvPr/>
        </p:nvSpPr>
        <p:spPr>
          <a:xfrm>
            <a:off x="10575147" y="6564571"/>
            <a:ext cx="350792" cy="285386"/>
          </a:xfrm>
          <a:custGeom>
            <a:avLst/>
            <a:gdLst/>
            <a:ahLst/>
            <a:cxnLst/>
            <a:rect l="0" t="0" r="r" b="b"/>
            <a:pathLst>
              <a:path w="350792" h="285386">
                <a:moveTo>
                  <a:pt x="0" y="15359"/>
                </a:moveTo>
                <a:lnTo>
                  <a:pt x="15464" y="29319"/>
                </a:lnTo>
                <a:lnTo>
                  <a:pt x="30559" y="43064"/>
                </a:lnTo>
                <a:lnTo>
                  <a:pt x="45344" y="56610"/>
                </a:lnTo>
                <a:lnTo>
                  <a:pt x="59856" y="69953"/>
                </a:lnTo>
                <a:lnTo>
                  <a:pt x="74133" y="83088"/>
                </a:lnTo>
                <a:lnTo>
                  <a:pt x="88211" y="96010"/>
                </a:lnTo>
                <a:lnTo>
                  <a:pt x="102126" y="108715"/>
                </a:lnTo>
                <a:lnTo>
                  <a:pt x="115916" y="121197"/>
                </a:lnTo>
                <a:lnTo>
                  <a:pt x="129618" y="133451"/>
                </a:lnTo>
                <a:lnTo>
                  <a:pt x="143267" y="145472"/>
                </a:lnTo>
                <a:lnTo>
                  <a:pt x="156901" y="157253"/>
                </a:lnTo>
                <a:lnTo>
                  <a:pt x="170555" y="168790"/>
                </a:lnTo>
                <a:lnTo>
                  <a:pt x="184266" y="180075"/>
                </a:lnTo>
                <a:lnTo>
                  <a:pt x="198070" y="191102"/>
                </a:lnTo>
                <a:lnTo>
                  <a:pt x="212004" y="201866"/>
                </a:lnTo>
                <a:lnTo>
                  <a:pt x="226102" y="212359"/>
                </a:lnTo>
                <a:lnTo>
                  <a:pt x="240402" y="222574"/>
                </a:lnTo>
                <a:lnTo>
                  <a:pt x="254938" y="232504"/>
                </a:lnTo>
                <a:lnTo>
                  <a:pt x="269748" y="242142"/>
                </a:lnTo>
                <a:lnTo>
                  <a:pt x="284868" y="251478"/>
                </a:lnTo>
                <a:lnTo>
                  <a:pt x="300334" y="260502"/>
                </a:lnTo>
                <a:lnTo>
                  <a:pt x="316187" y="269200"/>
                </a:lnTo>
                <a:lnTo>
                  <a:pt x="332470" y="277545"/>
                </a:lnTo>
                <a:lnTo>
                  <a:pt x="349263" y="285386"/>
                </a:lnTo>
                <a:lnTo>
                  <a:pt x="350792" y="282423"/>
                </a:lnTo>
                <a:lnTo>
                  <a:pt x="334732" y="273299"/>
                </a:lnTo>
                <a:lnTo>
                  <a:pt x="319079" y="264092"/>
                </a:lnTo>
                <a:lnTo>
                  <a:pt x="303839" y="254659"/>
                </a:lnTo>
                <a:lnTo>
                  <a:pt x="288982" y="244981"/>
                </a:lnTo>
                <a:lnTo>
                  <a:pt x="274472" y="235054"/>
                </a:lnTo>
                <a:lnTo>
                  <a:pt x="260273" y="224874"/>
                </a:lnTo>
                <a:lnTo>
                  <a:pt x="246346" y="214441"/>
                </a:lnTo>
                <a:lnTo>
                  <a:pt x="232653" y="203756"/>
                </a:lnTo>
                <a:lnTo>
                  <a:pt x="219157" y="192819"/>
                </a:lnTo>
                <a:lnTo>
                  <a:pt x="205817" y="181632"/>
                </a:lnTo>
                <a:lnTo>
                  <a:pt x="192597" y="170196"/>
                </a:lnTo>
                <a:lnTo>
                  <a:pt x="179457" y="158513"/>
                </a:lnTo>
                <a:lnTo>
                  <a:pt x="166359" y="146586"/>
                </a:lnTo>
                <a:lnTo>
                  <a:pt x="153266" y="134415"/>
                </a:lnTo>
                <a:lnTo>
                  <a:pt x="140138" y="122005"/>
                </a:lnTo>
                <a:lnTo>
                  <a:pt x="126939" y="109356"/>
                </a:lnTo>
                <a:lnTo>
                  <a:pt x="113630" y="96473"/>
                </a:lnTo>
                <a:lnTo>
                  <a:pt x="100174" y="83357"/>
                </a:lnTo>
                <a:lnTo>
                  <a:pt x="86532" y="70013"/>
                </a:lnTo>
                <a:lnTo>
                  <a:pt x="72668" y="56443"/>
                </a:lnTo>
                <a:lnTo>
                  <a:pt x="58543" y="42650"/>
                </a:lnTo>
                <a:lnTo>
                  <a:pt x="44121" y="28640"/>
                </a:lnTo>
                <a:lnTo>
                  <a:pt x="29363" y="14415"/>
                </a:lnTo>
                <a:lnTo>
                  <a:pt x="14255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Tapered hepatic vessel 08"/>
          <p:cNvSpPr/>
          <p:nvPr/>
        </p:nvSpPr>
        <p:spPr>
          <a:xfrm>
            <a:off x="10798282" y="6570727"/>
            <a:ext cx="346646" cy="61484"/>
          </a:xfrm>
          <a:custGeom>
            <a:avLst/>
            <a:gdLst/>
            <a:ahLst/>
            <a:cxnLst/>
            <a:rect l="0" t="0" r="r" b="b"/>
            <a:pathLst>
              <a:path w="346646" h="61484">
                <a:moveTo>
                  <a:pt x="0" y="38611"/>
                </a:moveTo>
                <a:lnTo>
                  <a:pt x="15687" y="44006"/>
                </a:lnTo>
                <a:lnTo>
                  <a:pt x="31446" y="48677"/>
                </a:lnTo>
                <a:lnTo>
                  <a:pt x="47092" y="52581"/>
                </a:lnTo>
                <a:lnTo>
                  <a:pt x="62622" y="55742"/>
                </a:lnTo>
                <a:lnTo>
                  <a:pt x="78033" y="58187"/>
                </a:lnTo>
                <a:lnTo>
                  <a:pt x="93322" y="59942"/>
                </a:lnTo>
                <a:lnTo>
                  <a:pt x="108487" y="61032"/>
                </a:lnTo>
                <a:lnTo>
                  <a:pt x="123526" y="61484"/>
                </a:lnTo>
                <a:lnTo>
                  <a:pt x="138437" y="61326"/>
                </a:lnTo>
                <a:lnTo>
                  <a:pt x="153221" y="60582"/>
                </a:lnTo>
                <a:lnTo>
                  <a:pt x="167875" y="59281"/>
                </a:lnTo>
                <a:lnTo>
                  <a:pt x="182400" y="57449"/>
                </a:lnTo>
                <a:lnTo>
                  <a:pt x="196796" y="55112"/>
                </a:lnTo>
                <a:lnTo>
                  <a:pt x="211063" y="52296"/>
                </a:lnTo>
                <a:lnTo>
                  <a:pt x="225201" y="49027"/>
                </a:lnTo>
                <a:lnTo>
                  <a:pt x="239212" y="45331"/>
                </a:lnTo>
                <a:lnTo>
                  <a:pt x="253096" y="41232"/>
                </a:lnTo>
                <a:lnTo>
                  <a:pt x="266853" y="36755"/>
                </a:lnTo>
                <a:lnTo>
                  <a:pt x="280485" y="31924"/>
                </a:lnTo>
                <a:lnTo>
                  <a:pt x="293991" y="26761"/>
                </a:lnTo>
                <a:lnTo>
                  <a:pt x="307370" y="21288"/>
                </a:lnTo>
                <a:lnTo>
                  <a:pt x="320620" y="15521"/>
                </a:lnTo>
                <a:lnTo>
                  <a:pt x="333733" y="9469"/>
                </a:lnTo>
                <a:lnTo>
                  <a:pt x="346646" y="3046"/>
                </a:lnTo>
                <a:lnTo>
                  <a:pt x="345290" y="0"/>
                </a:lnTo>
                <a:lnTo>
                  <a:pt x="331910" y="5277"/>
                </a:lnTo>
                <a:lnTo>
                  <a:pt x="318532" y="10477"/>
                </a:lnTo>
                <a:lnTo>
                  <a:pt x="305092" y="15468"/>
                </a:lnTo>
                <a:lnTo>
                  <a:pt x="291583" y="20206"/>
                </a:lnTo>
                <a:lnTo>
                  <a:pt x="278002" y="24659"/>
                </a:lnTo>
                <a:lnTo>
                  <a:pt x="264348" y="28799"/>
                </a:lnTo>
                <a:lnTo>
                  <a:pt x="250622" y="32599"/>
                </a:lnTo>
                <a:lnTo>
                  <a:pt x="236824" y="36032"/>
                </a:lnTo>
                <a:lnTo>
                  <a:pt x="222954" y="39074"/>
                </a:lnTo>
                <a:lnTo>
                  <a:pt x="209014" y="41700"/>
                </a:lnTo>
                <a:lnTo>
                  <a:pt x="195003" y="43887"/>
                </a:lnTo>
                <a:lnTo>
                  <a:pt x="180923" y="45609"/>
                </a:lnTo>
                <a:lnTo>
                  <a:pt x="166774" y="46844"/>
                </a:lnTo>
                <a:lnTo>
                  <a:pt x="152556" y="47569"/>
                </a:lnTo>
                <a:lnTo>
                  <a:pt x="138268" y="47760"/>
                </a:lnTo>
                <a:lnTo>
                  <a:pt x="123910" y="47395"/>
                </a:lnTo>
                <a:lnTo>
                  <a:pt x="109481" y="46450"/>
                </a:lnTo>
                <a:lnTo>
                  <a:pt x="94980" y="44903"/>
                </a:lnTo>
                <a:lnTo>
                  <a:pt x="80404" y="42730"/>
                </a:lnTo>
                <a:lnTo>
                  <a:pt x="65751" y="39908"/>
                </a:lnTo>
                <a:lnTo>
                  <a:pt x="51020" y="36414"/>
                </a:lnTo>
                <a:lnTo>
                  <a:pt x="36205" y="32223"/>
                </a:lnTo>
                <a:lnTo>
                  <a:pt x="21306" y="27311"/>
                </a:lnTo>
                <a:lnTo>
                  <a:pt x="6136" y="2158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Tapered hepatic vessel 09"/>
          <p:cNvSpPr/>
          <p:nvPr/>
        </p:nvSpPr>
        <p:spPr>
          <a:xfrm>
            <a:off x="9495271" y="6066223"/>
            <a:ext cx="282178" cy="180324"/>
          </a:xfrm>
          <a:custGeom>
            <a:avLst/>
            <a:gdLst/>
            <a:ahLst/>
            <a:cxnLst/>
            <a:rect l="0" t="0" r="r" b="b"/>
            <a:pathLst>
              <a:path w="282178" h="180324">
                <a:moveTo>
                  <a:pt x="282178" y="164981"/>
                </a:moveTo>
                <a:lnTo>
                  <a:pt x="268902" y="156962"/>
                </a:lnTo>
                <a:lnTo>
                  <a:pt x="255596" y="149191"/>
                </a:lnTo>
                <a:lnTo>
                  <a:pt x="242339" y="141683"/>
                </a:lnTo>
                <a:lnTo>
                  <a:pt x="229148" y="134411"/>
                </a:lnTo>
                <a:lnTo>
                  <a:pt x="216037" y="127350"/>
                </a:lnTo>
                <a:lnTo>
                  <a:pt x="203024" y="120474"/>
                </a:lnTo>
                <a:lnTo>
                  <a:pt x="190123" y="113758"/>
                </a:lnTo>
                <a:lnTo>
                  <a:pt x="177351" y="107178"/>
                </a:lnTo>
                <a:lnTo>
                  <a:pt x="164723" y="100707"/>
                </a:lnTo>
                <a:lnTo>
                  <a:pt x="152254" y="94320"/>
                </a:lnTo>
                <a:lnTo>
                  <a:pt x="139960" y="87993"/>
                </a:lnTo>
                <a:lnTo>
                  <a:pt x="127856" y="81701"/>
                </a:lnTo>
                <a:lnTo>
                  <a:pt x="115957" y="75418"/>
                </a:lnTo>
                <a:lnTo>
                  <a:pt x="104277" y="69121"/>
                </a:lnTo>
                <a:lnTo>
                  <a:pt x="92831" y="62783"/>
                </a:lnTo>
                <a:lnTo>
                  <a:pt x="81633" y="56380"/>
                </a:lnTo>
                <a:lnTo>
                  <a:pt x="70697" y="49888"/>
                </a:lnTo>
                <a:lnTo>
                  <a:pt x="60035" y="43282"/>
                </a:lnTo>
                <a:lnTo>
                  <a:pt x="49661" y="36538"/>
                </a:lnTo>
                <a:lnTo>
                  <a:pt x="39587" y="29631"/>
                </a:lnTo>
                <a:lnTo>
                  <a:pt x="29821" y="22537"/>
                </a:lnTo>
                <a:lnTo>
                  <a:pt x="20371" y="15236"/>
                </a:lnTo>
                <a:lnTo>
                  <a:pt x="11235" y="7713"/>
                </a:lnTo>
                <a:lnTo>
                  <a:pt x="2309" y="0"/>
                </a:lnTo>
                <a:lnTo>
                  <a:pt x="0" y="2405"/>
                </a:lnTo>
                <a:lnTo>
                  <a:pt x="8134" y="11071"/>
                </a:lnTo>
                <a:lnTo>
                  <a:pt x="16819" y="19381"/>
                </a:lnTo>
                <a:lnTo>
                  <a:pt x="25917" y="27418"/>
                </a:lnTo>
                <a:lnTo>
                  <a:pt x="35394" y="35216"/>
                </a:lnTo>
                <a:lnTo>
                  <a:pt x="45224" y="42803"/>
                </a:lnTo>
                <a:lnTo>
                  <a:pt x="55383" y="50205"/>
                </a:lnTo>
                <a:lnTo>
                  <a:pt x="65850" y="57449"/>
                </a:lnTo>
                <a:lnTo>
                  <a:pt x="76604" y="64558"/>
                </a:lnTo>
                <a:lnTo>
                  <a:pt x="87625" y="71558"/>
                </a:lnTo>
                <a:lnTo>
                  <a:pt x="98895" y="78474"/>
                </a:lnTo>
                <a:lnTo>
                  <a:pt x="110393" y="85331"/>
                </a:lnTo>
                <a:lnTo>
                  <a:pt x="122102" y="92154"/>
                </a:lnTo>
                <a:lnTo>
                  <a:pt x="134004" y="98967"/>
                </a:lnTo>
                <a:lnTo>
                  <a:pt x="146079" y="105794"/>
                </a:lnTo>
                <a:lnTo>
                  <a:pt x="158310" y="112662"/>
                </a:lnTo>
                <a:lnTo>
                  <a:pt x="170680" y="119594"/>
                </a:lnTo>
                <a:lnTo>
                  <a:pt x="183170" y="126614"/>
                </a:lnTo>
                <a:lnTo>
                  <a:pt x="195763" y="133748"/>
                </a:lnTo>
                <a:lnTo>
                  <a:pt x="208442" y="141019"/>
                </a:lnTo>
                <a:lnTo>
                  <a:pt x="221189" y="148453"/>
                </a:lnTo>
                <a:lnTo>
                  <a:pt x="233987" y="156072"/>
                </a:lnTo>
                <a:lnTo>
                  <a:pt x="246820" y="163901"/>
                </a:lnTo>
                <a:lnTo>
                  <a:pt x="259669" y="171964"/>
                </a:lnTo>
                <a:lnTo>
                  <a:pt x="272581" y="18032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Tapered hepatic vessel 10"/>
          <p:cNvSpPr/>
          <p:nvPr/>
        </p:nvSpPr>
        <p:spPr>
          <a:xfrm>
            <a:off x="9818181" y="5848321"/>
            <a:ext cx="113641" cy="271986"/>
          </a:xfrm>
          <a:custGeom>
            <a:avLst/>
            <a:gdLst/>
            <a:ahLst/>
            <a:cxnLst/>
            <a:rect l="0" t="0" r="r" b="b"/>
            <a:pathLst>
              <a:path w="113641" h="271986">
                <a:moveTo>
                  <a:pt x="113641" y="261473"/>
                </a:moveTo>
                <a:lnTo>
                  <a:pt x="104258" y="249754"/>
                </a:lnTo>
                <a:lnTo>
                  <a:pt x="95424" y="238050"/>
                </a:lnTo>
                <a:lnTo>
                  <a:pt x="87053" y="226279"/>
                </a:lnTo>
                <a:lnTo>
                  <a:pt x="79137" y="214464"/>
                </a:lnTo>
                <a:lnTo>
                  <a:pt x="71669" y="202622"/>
                </a:lnTo>
                <a:lnTo>
                  <a:pt x="64640" y="190776"/>
                </a:lnTo>
                <a:lnTo>
                  <a:pt x="58043" y="178945"/>
                </a:lnTo>
                <a:lnTo>
                  <a:pt x="51870" y="167150"/>
                </a:lnTo>
                <a:lnTo>
                  <a:pt x="46113" y="155412"/>
                </a:lnTo>
                <a:lnTo>
                  <a:pt x="40765" y="143750"/>
                </a:lnTo>
                <a:lnTo>
                  <a:pt x="35817" y="132187"/>
                </a:lnTo>
                <a:lnTo>
                  <a:pt x="31260" y="120741"/>
                </a:lnTo>
                <a:lnTo>
                  <a:pt x="27088" y="109434"/>
                </a:lnTo>
                <a:lnTo>
                  <a:pt x="23292" y="98286"/>
                </a:lnTo>
                <a:lnTo>
                  <a:pt x="19862" y="87318"/>
                </a:lnTo>
                <a:lnTo>
                  <a:pt x="16792" y="76550"/>
                </a:lnTo>
                <a:lnTo>
                  <a:pt x="14071" y="66003"/>
                </a:lnTo>
                <a:lnTo>
                  <a:pt x="11690" y="55697"/>
                </a:lnTo>
                <a:lnTo>
                  <a:pt x="9640" y="45653"/>
                </a:lnTo>
                <a:lnTo>
                  <a:pt x="7910" y="35890"/>
                </a:lnTo>
                <a:lnTo>
                  <a:pt x="6487" y="26427"/>
                </a:lnTo>
                <a:lnTo>
                  <a:pt x="5356" y="17285"/>
                </a:lnTo>
                <a:lnTo>
                  <a:pt x="4489" y="8481"/>
                </a:lnTo>
                <a:lnTo>
                  <a:pt x="3761" y="0"/>
                </a:lnTo>
                <a:lnTo>
                  <a:pt x="428" y="59"/>
                </a:lnTo>
                <a:lnTo>
                  <a:pt x="0" y="8637"/>
                </a:lnTo>
                <a:lnTo>
                  <a:pt x="46" y="17644"/>
                </a:lnTo>
                <a:lnTo>
                  <a:pt x="455" y="27023"/>
                </a:lnTo>
                <a:lnTo>
                  <a:pt x="1218" y="36753"/>
                </a:lnTo>
                <a:lnTo>
                  <a:pt x="2334" y="46810"/>
                </a:lnTo>
                <a:lnTo>
                  <a:pt x="3809" y="57173"/>
                </a:lnTo>
                <a:lnTo>
                  <a:pt x="5648" y="67820"/>
                </a:lnTo>
                <a:lnTo>
                  <a:pt x="7858" y="78731"/>
                </a:lnTo>
                <a:lnTo>
                  <a:pt x="10445" y="89884"/>
                </a:lnTo>
                <a:lnTo>
                  <a:pt x="13419" y="101258"/>
                </a:lnTo>
                <a:lnTo>
                  <a:pt x="16785" y="112832"/>
                </a:lnTo>
                <a:lnTo>
                  <a:pt x="20553" y="124587"/>
                </a:lnTo>
                <a:lnTo>
                  <a:pt x="24731" y="136500"/>
                </a:lnTo>
                <a:lnTo>
                  <a:pt x="29327" y="148552"/>
                </a:lnTo>
                <a:lnTo>
                  <a:pt x="34350" y="160720"/>
                </a:lnTo>
                <a:lnTo>
                  <a:pt x="39807" y="172986"/>
                </a:lnTo>
                <a:lnTo>
                  <a:pt x="45709" y="185328"/>
                </a:lnTo>
                <a:lnTo>
                  <a:pt x="52063" y="197724"/>
                </a:lnTo>
                <a:lnTo>
                  <a:pt x="58878" y="210155"/>
                </a:lnTo>
                <a:lnTo>
                  <a:pt x="66162" y="222599"/>
                </a:lnTo>
                <a:lnTo>
                  <a:pt x="73926" y="235035"/>
                </a:lnTo>
                <a:lnTo>
                  <a:pt x="82177" y="247442"/>
                </a:lnTo>
                <a:lnTo>
                  <a:pt x="90924" y="259800"/>
                </a:lnTo>
                <a:lnTo>
                  <a:pt x="100098" y="27198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Tapered hepatic vessel 11"/>
          <p:cNvSpPr/>
          <p:nvPr/>
        </p:nvSpPr>
        <p:spPr>
          <a:xfrm>
            <a:off x="10377481" y="5857737"/>
            <a:ext cx="87901" cy="317626"/>
          </a:xfrm>
          <a:custGeom>
            <a:avLst/>
            <a:gdLst/>
            <a:ahLst/>
            <a:cxnLst/>
            <a:rect l="0" t="0" r="r" b="b"/>
            <a:pathLst>
              <a:path w="87901" h="317626">
                <a:moveTo>
                  <a:pt x="87901" y="311301"/>
                </a:moveTo>
                <a:lnTo>
                  <a:pt x="80745" y="296082"/>
                </a:lnTo>
                <a:lnTo>
                  <a:pt x="73903" y="281182"/>
                </a:lnTo>
                <a:lnTo>
                  <a:pt x="67365" y="266560"/>
                </a:lnTo>
                <a:lnTo>
                  <a:pt x="61136" y="252201"/>
                </a:lnTo>
                <a:lnTo>
                  <a:pt x="55219" y="238094"/>
                </a:lnTo>
                <a:lnTo>
                  <a:pt x="49618" y="224227"/>
                </a:lnTo>
                <a:lnTo>
                  <a:pt x="44336" y="210585"/>
                </a:lnTo>
                <a:lnTo>
                  <a:pt x="39377" y="197156"/>
                </a:lnTo>
                <a:lnTo>
                  <a:pt x="34745" y="183928"/>
                </a:lnTo>
                <a:lnTo>
                  <a:pt x="30442" y="170887"/>
                </a:lnTo>
                <a:lnTo>
                  <a:pt x="26472" y="158020"/>
                </a:lnTo>
                <a:lnTo>
                  <a:pt x="22839" y="145313"/>
                </a:lnTo>
                <a:lnTo>
                  <a:pt x="19546" y="132754"/>
                </a:lnTo>
                <a:lnTo>
                  <a:pt x="16596" y="120329"/>
                </a:lnTo>
                <a:lnTo>
                  <a:pt x="13992" y="108023"/>
                </a:lnTo>
                <a:lnTo>
                  <a:pt x="11738" y="95823"/>
                </a:lnTo>
                <a:lnTo>
                  <a:pt x="9836" y="83715"/>
                </a:lnTo>
                <a:lnTo>
                  <a:pt x="8290" y="71685"/>
                </a:lnTo>
                <a:lnTo>
                  <a:pt x="7102" y="59718"/>
                </a:lnTo>
                <a:lnTo>
                  <a:pt x="6274" y="47801"/>
                </a:lnTo>
                <a:lnTo>
                  <a:pt x="5807" y="35918"/>
                </a:lnTo>
                <a:lnTo>
                  <a:pt x="5698" y="24053"/>
                </a:lnTo>
                <a:lnTo>
                  <a:pt x="5937" y="12191"/>
                </a:lnTo>
                <a:lnTo>
                  <a:pt x="6430" y="277"/>
                </a:lnTo>
                <a:lnTo>
                  <a:pt x="3108" y="0"/>
                </a:lnTo>
                <a:lnTo>
                  <a:pt x="1615" y="11902"/>
                </a:lnTo>
                <a:lnTo>
                  <a:pt x="653" y="23882"/>
                </a:lnTo>
                <a:lnTo>
                  <a:pt x="121" y="35908"/>
                </a:lnTo>
                <a:lnTo>
                  <a:pt x="0" y="47991"/>
                </a:lnTo>
                <a:lnTo>
                  <a:pt x="279" y="60138"/>
                </a:lnTo>
                <a:lnTo>
                  <a:pt x="949" y="72360"/>
                </a:lnTo>
                <a:lnTo>
                  <a:pt x="2006" y="84667"/>
                </a:lnTo>
                <a:lnTo>
                  <a:pt x="3444" y="97071"/>
                </a:lnTo>
                <a:lnTo>
                  <a:pt x="5256" y="109581"/>
                </a:lnTo>
                <a:lnTo>
                  <a:pt x="7438" y="122208"/>
                </a:lnTo>
                <a:lnTo>
                  <a:pt x="9985" y="134963"/>
                </a:lnTo>
                <a:lnTo>
                  <a:pt x="12892" y="147857"/>
                </a:lnTo>
                <a:lnTo>
                  <a:pt x="16153" y="160902"/>
                </a:lnTo>
                <a:lnTo>
                  <a:pt x="19764" y="174109"/>
                </a:lnTo>
                <a:lnTo>
                  <a:pt x="23720" y="187489"/>
                </a:lnTo>
                <a:lnTo>
                  <a:pt x="28015" y="201054"/>
                </a:lnTo>
                <a:lnTo>
                  <a:pt x="32646" y="214816"/>
                </a:lnTo>
                <a:lnTo>
                  <a:pt x="37607" y="228786"/>
                </a:lnTo>
                <a:lnTo>
                  <a:pt x="42894" y="242976"/>
                </a:lnTo>
                <a:lnTo>
                  <a:pt x="48502" y="257399"/>
                </a:lnTo>
                <a:lnTo>
                  <a:pt x="54426" y="272066"/>
                </a:lnTo>
                <a:lnTo>
                  <a:pt x="60661" y="286990"/>
                </a:lnTo>
                <a:lnTo>
                  <a:pt x="67204" y="302182"/>
                </a:lnTo>
                <a:lnTo>
                  <a:pt x="74036" y="31762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apered hepatic vessel 12"/>
          <p:cNvSpPr/>
          <p:nvPr/>
        </p:nvSpPr>
        <p:spPr>
          <a:xfrm>
            <a:off x="9180942" y="7365714"/>
            <a:ext cx="268507" cy="122135"/>
          </a:xfrm>
          <a:custGeom>
            <a:avLst/>
            <a:gdLst/>
            <a:ahLst/>
            <a:cxnLst/>
            <a:rect l="0" t="0" r="r" b="b"/>
            <a:pathLst>
              <a:path w="268507" h="122135">
                <a:moveTo>
                  <a:pt x="267209" y="0"/>
                </a:moveTo>
                <a:lnTo>
                  <a:pt x="252946" y="1559"/>
                </a:lnTo>
                <a:lnTo>
                  <a:pt x="238805" y="3517"/>
                </a:lnTo>
                <a:lnTo>
                  <a:pt x="224890" y="5852"/>
                </a:lnTo>
                <a:lnTo>
                  <a:pt x="211210" y="8552"/>
                </a:lnTo>
                <a:lnTo>
                  <a:pt x="197772" y="11604"/>
                </a:lnTo>
                <a:lnTo>
                  <a:pt x="184586" y="14995"/>
                </a:lnTo>
                <a:lnTo>
                  <a:pt x="171659" y="18712"/>
                </a:lnTo>
                <a:lnTo>
                  <a:pt x="158999" y="22742"/>
                </a:lnTo>
                <a:lnTo>
                  <a:pt x="146616" y="27074"/>
                </a:lnTo>
                <a:lnTo>
                  <a:pt x="134518" y="31693"/>
                </a:lnTo>
                <a:lnTo>
                  <a:pt x="122712" y="36588"/>
                </a:lnTo>
                <a:lnTo>
                  <a:pt x="111207" y="41746"/>
                </a:lnTo>
                <a:lnTo>
                  <a:pt x="100013" y="47155"/>
                </a:lnTo>
                <a:lnTo>
                  <a:pt x="89136" y="52801"/>
                </a:lnTo>
                <a:lnTo>
                  <a:pt x="78586" y="58673"/>
                </a:lnTo>
                <a:lnTo>
                  <a:pt x="68372" y="64758"/>
                </a:lnTo>
                <a:lnTo>
                  <a:pt x="58502" y="71044"/>
                </a:lnTo>
                <a:lnTo>
                  <a:pt x="48986" y="77518"/>
                </a:lnTo>
                <a:lnTo>
                  <a:pt x="39833" y="84168"/>
                </a:lnTo>
                <a:lnTo>
                  <a:pt x="31053" y="90983"/>
                </a:lnTo>
                <a:lnTo>
                  <a:pt x="22657" y="97952"/>
                </a:lnTo>
                <a:lnTo>
                  <a:pt x="14658" y="105066"/>
                </a:lnTo>
                <a:lnTo>
                  <a:pt x="7075" y="112319"/>
                </a:lnTo>
                <a:lnTo>
                  <a:pt x="0" y="119737"/>
                </a:lnTo>
                <a:lnTo>
                  <a:pt x="2316" y="122135"/>
                </a:lnTo>
                <a:lnTo>
                  <a:pt x="9923" y="115368"/>
                </a:lnTo>
                <a:lnTo>
                  <a:pt x="17799" y="108661"/>
                </a:lnTo>
                <a:lnTo>
                  <a:pt x="26019" y="102061"/>
                </a:lnTo>
                <a:lnTo>
                  <a:pt x="34587" y="95590"/>
                </a:lnTo>
                <a:lnTo>
                  <a:pt x="43498" y="89263"/>
                </a:lnTo>
                <a:lnTo>
                  <a:pt x="52747" y="83094"/>
                </a:lnTo>
                <a:lnTo>
                  <a:pt x="62328" y="77095"/>
                </a:lnTo>
                <a:lnTo>
                  <a:pt x="72233" y="71280"/>
                </a:lnTo>
                <a:lnTo>
                  <a:pt x="82455" y="65661"/>
                </a:lnTo>
                <a:lnTo>
                  <a:pt x="92987" y="60251"/>
                </a:lnTo>
                <a:lnTo>
                  <a:pt x="103820" y="55062"/>
                </a:lnTo>
                <a:lnTo>
                  <a:pt x="114946" y="50107"/>
                </a:lnTo>
                <a:lnTo>
                  <a:pt x="126359" y="45397"/>
                </a:lnTo>
                <a:lnTo>
                  <a:pt x="138048" y="40945"/>
                </a:lnTo>
                <a:lnTo>
                  <a:pt x="150008" y="36763"/>
                </a:lnTo>
                <a:lnTo>
                  <a:pt x="162228" y="32863"/>
                </a:lnTo>
                <a:lnTo>
                  <a:pt x="174702" y="29258"/>
                </a:lnTo>
                <a:lnTo>
                  <a:pt x="187420" y="25959"/>
                </a:lnTo>
                <a:lnTo>
                  <a:pt x="200375" y="22979"/>
                </a:lnTo>
                <a:lnTo>
                  <a:pt x="213558" y="20330"/>
                </a:lnTo>
                <a:lnTo>
                  <a:pt x="226961" y="18023"/>
                </a:lnTo>
                <a:lnTo>
                  <a:pt x="240577" y="16072"/>
                </a:lnTo>
                <a:lnTo>
                  <a:pt x="254396" y="14487"/>
                </a:lnTo>
                <a:lnTo>
                  <a:pt x="268507" y="1327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3218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etabolite absorption_head"/>
          <p:cNvSpPr/>
          <p:nvPr/>
        </p:nvSpPr>
        <p:spPr>
          <a:xfrm>
            <a:off x="2955893" y="607695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255169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Metabolite absorption_head"/>
          <p:cNvSpPr/>
          <p:nvPr/>
        </p:nvSpPr>
        <p:spPr>
          <a:xfrm>
            <a:off x="4522756" y="607695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2456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Metabolite absorption_head"/>
          <p:cNvSpPr/>
          <p:nvPr/>
        </p:nvSpPr>
        <p:spPr>
          <a:xfrm>
            <a:off x="6046756" y="607695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2837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Metabolite absorption_head"/>
          <p:cNvSpPr/>
          <p:nvPr/>
        </p:nvSpPr>
        <p:spPr>
          <a:xfrm>
            <a:off x="7770781" y="607695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54769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835944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Lymphatic route"/>
          <p:cNvSpPr/>
          <p:nvPr/>
        </p:nvSpPr>
        <p:spPr>
          <a:xfrm>
            <a:off x="9458325" y="4676775"/>
            <a:ext cx="3971925" cy="1514475"/>
          </a:xfrm>
          <a:custGeom>
            <a:avLst/>
            <a:gdLst/>
            <a:ahLst/>
            <a:cxnLst/>
            <a:rect l="0" t="0" r="r" b="b"/>
            <a:pathLst>
              <a:path w="3971925" h="1514475">
                <a:moveTo>
                  <a:pt x="0" y="0"/>
                </a:moveTo>
                <a:cubicBezTo>
                  <a:pt x="0" y="257175"/>
                  <a:pt x="485775" y="304800"/>
                  <a:pt x="1209675" y="323850"/>
                </a:cubicBezTo>
                <a:cubicBezTo>
                  <a:pt x="2799453" y="323850"/>
                  <a:pt x="3564716" y="527762"/>
                  <a:pt x="3933135" y="141458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36403" y="91008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LPS portal route"/>
          <p:cNvSpPr/>
          <p:nvPr/>
        </p:nvSpPr>
        <p:spPr>
          <a:xfrm>
            <a:off x="8982075" y="2647950"/>
            <a:ext cx="485775" cy="3886200"/>
          </a:xfrm>
          <a:custGeom>
            <a:avLst/>
            <a:gdLst/>
            <a:ahLst/>
            <a:cxnLst/>
            <a:rect l="0" t="0" r="r" b="b"/>
            <a:pathLst>
              <a:path w="485775" h="3886200">
                <a:moveTo>
                  <a:pt x="476250" y="0"/>
                </a:moveTo>
                <a:lnTo>
                  <a:pt x="476250" y="2028825"/>
                </a:lnTo>
                <a:cubicBezTo>
                  <a:pt x="485250" y="2568844"/>
                  <a:pt x="281637" y="3219422"/>
                  <a:pt x="42204" y="3787693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40800" y="6284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2881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5929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550069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273969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secondary_ba_lumen_component_steroid_ring_1"/>
          <p:cNvSpPr/>
          <p:nvPr/>
        </p:nvSpPr>
        <p:spPr>
          <a:xfrm>
            <a:off x="4242279" y="2352958"/>
            <a:ext cx="700390" cy="421913"/>
          </a:xfrm>
          <a:custGeom>
            <a:avLst/>
            <a:gdLst/>
            <a:ahLst/>
            <a:cxnLst/>
            <a:rect l="0" t="0" r="r" b="b"/>
            <a:pathLst>
              <a:path w="700390" h="421913">
                <a:moveTo>
                  <a:pt x="517837" y="252302"/>
                </a:moveTo>
                <a:lnTo>
                  <a:pt x="603084" y="348922"/>
                </a:lnTo>
                <a:lnTo>
                  <a:pt x="700390" y="273793"/>
                </a:lnTo>
                <a:lnTo>
                  <a:pt x="675280" y="130741"/>
                </a:lnTo>
                <a:lnTo>
                  <a:pt x="562456" y="117459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secondary_ba_lumen_component_steroid_ring_2"/>
          <p:cNvSpPr/>
          <p:nvPr/>
        </p:nvSpPr>
        <p:spPr>
          <a:xfrm>
            <a:off x="4242279" y="2352958"/>
            <a:ext cx="700390" cy="421913"/>
          </a:xfrm>
          <a:custGeom>
            <a:avLst/>
            <a:gdLst/>
            <a:ahLst/>
            <a:cxnLst/>
            <a:rect l="0" t="0" r="r" b="b"/>
            <a:pathLst>
              <a:path w="700390" h="421913">
                <a:moveTo>
                  <a:pt x="0" y="204378"/>
                </a:moveTo>
                <a:lnTo>
                  <a:pt x="44620" y="69535"/>
                </a:lnTo>
                <a:lnTo>
                  <a:pt x="157111" y="52151"/>
                </a:lnTo>
                <a:lnTo>
                  <a:pt x="224982" y="169611"/>
                </a:lnTo>
                <a:lnTo>
                  <a:pt x="180363" y="304454"/>
                </a:lnTo>
                <a:lnTo>
                  <a:pt x="67872" y="32183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secondary_ba_lumen_component_steroid_ring_3"/>
          <p:cNvSpPr/>
          <p:nvPr/>
        </p:nvSpPr>
        <p:spPr>
          <a:xfrm>
            <a:off x="4242279" y="2352958"/>
            <a:ext cx="700390" cy="421913"/>
          </a:xfrm>
          <a:custGeom>
            <a:avLst/>
            <a:gdLst/>
            <a:ahLst/>
            <a:cxnLst/>
            <a:rect l="0" t="0" r="r" b="b"/>
            <a:pathLst>
              <a:path w="700390" h="421913">
                <a:moveTo>
                  <a:pt x="224982" y="169611"/>
                </a:moveTo>
                <a:lnTo>
                  <a:pt x="180363" y="304454"/>
                </a:lnTo>
                <a:lnTo>
                  <a:pt x="248235" y="421913"/>
                </a:lnTo>
                <a:lnTo>
                  <a:pt x="360726" y="404529"/>
                </a:lnTo>
                <a:lnTo>
                  <a:pt x="405345" y="269686"/>
                </a:lnTo>
                <a:lnTo>
                  <a:pt x="337474" y="152227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secondary_ba_lumen_component_steroid_ring_4"/>
          <p:cNvSpPr/>
          <p:nvPr/>
        </p:nvSpPr>
        <p:spPr>
          <a:xfrm>
            <a:off x="4242279" y="2352958"/>
            <a:ext cx="700390" cy="421913"/>
          </a:xfrm>
          <a:custGeom>
            <a:avLst/>
            <a:gdLst/>
            <a:ahLst/>
            <a:cxnLst/>
            <a:rect l="0" t="0" r="r" b="b"/>
            <a:pathLst>
              <a:path w="700390" h="421913">
                <a:moveTo>
                  <a:pt x="405345" y="269686"/>
                </a:moveTo>
                <a:lnTo>
                  <a:pt x="517837" y="252302"/>
                </a:lnTo>
                <a:lnTo>
                  <a:pt x="562456" y="117459"/>
                </a:lnTo>
                <a:lnTo>
                  <a:pt x="494584" y="0"/>
                </a:lnTo>
                <a:lnTo>
                  <a:pt x="382093" y="17384"/>
                </a:lnTo>
                <a:lnTo>
                  <a:pt x="337474" y="152227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488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6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secondary_ba_capillary_component_steroid_ring_1"/>
          <p:cNvSpPr/>
          <p:nvPr/>
        </p:nvSpPr>
        <p:spPr>
          <a:xfrm>
            <a:off x="4207603" y="6333230"/>
            <a:ext cx="768268" cy="462858"/>
          </a:xfrm>
          <a:custGeom>
            <a:avLst/>
            <a:gdLst/>
            <a:ahLst/>
            <a:cxnLst/>
            <a:rect l="0" t="0" r="r" b="b"/>
            <a:pathLst>
              <a:path w="768268" h="462858">
                <a:moveTo>
                  <a:pt x="568023" y="276787"/>
                </a:moveTo>
                <a:lnTo>
                  <a:pt x="661532" y="382783"/>
                </a:lnTo>
                <a:lnTo>
                  <a:pt x="768268" y="300363"/>
                </a:lnTo>
                <a:lnTo>
                  <a:pt x="740725" y="143429"/>
                </a:lnTo>
                <a:lnTo>
                  <a:pt x="616966" y="12885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secondary_ba_capillary_component_steroid_ring_2"/>
          <p:cNvSpPr/>
          <p:nvPr/>
        </p:nvSpPr>
        <p:spPr>
          <a:xfrm>
            <a:off x="4207603" y="6333230"/>
            <a:ext cx="768268" cy="462858"/>
          </a:xfrm>
          <a:custGeom>
            <a:avLst/>
            <a:gdLst/>
            <a:ahLst/>
            <a:cxnLst/>
            <a:rect l="0" t="0" r="r" b="b"/>
            <a:pathLst>
              <a:path w="768268" h="462858">
                <a:moveTo>
                  <a:pt x="0" y="224212"/>
                </a:moveTo>
                <a:lnTo>
                  <a:pt x="48944" y="76283"/>
                </a:lnTo>
                <a:lnTo>
                  <a:pt x="172337" y="57213"/>
                </a:lnTo>
                <a:lnTo>
                  <a:pt x="246787" y="186071"/>
                </a:lnTo>
                <a:lnTo>
                  <a:pt x="197843" y="334000"/>
                </a:lnTo>
                <a:lnTo>
                  <a:pt x="74449" y="35307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secondary_ba_capillary_component_steroid_ring_3"/>
          <p:cNvSpPr/>
          <p:nvPr/>
        </p:nvSpPr>
        <p:spPr>
          <a:xfrm>
            <a:off x="4207603" y="6333230"/>
            <a:ext cx="768268" cy="462858"/>
          </a:xfrm>
          <a:custGeom>
            <a:avLst/>
            <a:gdLst/>
            <a:ahLst/>
            <a:cxnLst/>
            <a:rect l="0" t="0" r="r" b="b"/>
            <a:pathLst>
              <a:path w="768268" h="462858">
                <a:moveTo>
                  <a:pt x="246787" y="186071"/>
                </a:moveTo>
                <a:lnTo>
                  <a:pt x="197843" y="334000"/>
                </a:lnTo>
                <a:lnTo>
                  <a:pt x="272292" y="462858"/>
                </a:lnTo>
                <a:lnTo>
                  <a:pt x="395685" y="443787"/>
                </a:lnTo>
                <a:lnTo>
                  <a:pt x="444629" y="295858"/>
                </a:lnTo>
                <a:lnTo>
                  <a:pt x="370180" y="16700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secondary_ba_capillary_component_steroid_ring_4"/>
          <p:cNvSpPr/>
          <p:nvPr/>
        </p:nvSpPr>
        <p:spPr>
          <a:xfrm>
            <a:off x="4207603" y="6333230"/>
            <a:ext cx="768268" cy="462858"/>
          </a:xfrm>
          <a:custGeom>
            <a:avLst/>
            <a:gdLst/>
            <a:ahLst/>
            <a:cxnLst/>
            <a:rect l="0" t="0" r="r" b="b"/>
            <a:pathLst>
              <a:path w="768268" h="462858">
                <a:moveTo>
                  <a:pt x="444629" y="295858"/>
                </a:moveTo>
                <a:lnTo>
                  <a:pt x="568023" y="276787"/>
                </a:lnTo>
                <a:lnTo>
                  <a:pt x="616966" y="128858"/>
                </a:lnTo>
                <a:lnTo>
                  <a:pt x="542517" y="0"/>
                </a:lnTo>
                <a:lnTo>
                  <a:pt x="419124" y="19071"/>
                </a:lnTo>
                <a:lnTo>
                  <a:pt x="370180" y="16700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724" name="tma_capillary_component_path_1"/>
          <p:cNvSpPr/>
          <p:nvPr/>
        </p:nvSpPr>
        <p:spPr>
          <a:xfrm>
            <a:off x="7848600" y="6400895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_capillary_component_path_2"/>
          <p:cNvSpPr/>
          <p:nvPr/>
        </p:nvSpPr>
        <p:spPr>
          <a:xfrm>
            <a:off x="7848600" y="6400895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_capillary_component_path_3"/>
          <p:cNvSpPr/>
          <p:nvPr/>
        </p:nvSpPr>
        <p:spPr>
          <a:xfrm>
            <a:off x="7839456" y="6400895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_capillary_component_path_4"/>
          <p:cNvSpPr/>
          <p:nvPr/>
        </p:nvSpPr>
        <p:spPr>
          <a:xfrm>
            <a:off x="7702296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_capillary_component_path_5"/>
          <p:cNvSpPr/>
          <p:nvPr/>
        </p:nvSpPr>
        <p:spPr>
          <a:xfrm>
            <a:off x="7702296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_capillary_component_path_6"/>
          <p:cNvSpPr/>
          <p:nvPr/>
        </p:nvSpPr>
        <p:spPr>
          <a:xfrm>
            <a:off x="7697724" y="6617970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_capillary_component_path_7"/>
          <p:cNvSpPr/>
          <p:nvPr/>
        </p:nvSpPr>
        <p:spPr>
          <a:xfrm>
            <a:off x="7848600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_capillary_component_path_8"/>
          <p:cNvSpPr/>
          <p:nvPr/>
        </p:nvSpPr>
        <p:spPr>
          <a:xfrm>
            <a:off x="7848600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_capillary_component_path_9"/>
          <p:cNvSpPr/>
          <p:nvPr/>
        </p:nvSpPr>
        <p:spPr>
          <a:xfrm>
            <a:off x="7839456" y="6617970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_capillary_component_oval_10"/>
          <p:cNvSpPr/>
          <p:nvPr/>
        </p:nvSpPr>
        <p:spPr>
          <a:xfrm>
            <a:off x="7780020" y="6552343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_capillary_component_oval_11"/>
          <p:cNvSpPr/>
          <p:nvPr/>
        </p:nvSpPr>
        <p:spPr>
          <a:xfrm>
            <a:off x="7812938" y="6580361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_capillary_component_oval_12"/>
          <p:cNvSpPr/>
          <p:nvPr/>
        </p:nvSpPr>
        <p:spPr>
          <a:xfrm>
            <a:off x="7791450" y="6337792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_capillary_component_oval_13"/>
          <p:cNvSpPr/>
          <p:nvPr/>
        </p:nvSpPr>
        <p:spPr>
          <a:xfrm>
            <a:off x="7818882" y="6361141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_capillary_component_oval_14"/>
          <p:cNvSpPr/>
          <p:nvPr/>
        </p:nvSpPr>
        <p:spPr>
          <a:xfrm>
            <a:off x="7645146" y="6670977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_capillary_component_oval_15"/>
          <p:cNvSpPr/>
          <p:nvPr/>
        </p:nvSpPr>
        <p:spPr>
          <a:xfrm>
            <a:off x="7672578" y="6694325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_capillary_component_oval_16"/>
          <p:cNvSpPr/>
          <p:nvPr/>
        </p:nvSpPr>
        <p:spPr>
          <a:xfrm>
            <a:off x="7937754" y="6670977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_capillary_component_oval_17"/>
          <p:cNvSpPr/>
          <p:nvPr/>
        </p:nvSpPr>
        <p:spPr>
          <a:xfrm>
            <a:off x="7965186" y="6694325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_capillary_component_atom_18"/>
          <p:cNvSpPr txBox="1"/>
          <p:nvPr/>
        </p:nvSpPr>
        <p:spPr>
          <a:xfrm>
            <a:off x="7780020" y="6537198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42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0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1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78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secondary_ba_systemic_component_steroid_ring_1"/>
          <p:cNvSpPr/>
          <p:nvPr/>
        </p:nvSpPr>
        <p:spPr>
          <a:xfrm>
            <a:off x="14060195" y="7083651"/>
            <a:ext cx="518808" cy="312607"/>
          </a:xfrm>
          <a:custGeom>
            <a:avLst/>
            <a:gdLst/>
            <a:ahLst/>
            <a:cxnLst/>
            <a:rect l="0" t="0" r="r" b="b"/>
            <a:pathLst>
              <a:path w="518808" h="312607">
                <a:moveTo>
                  <a:pt x="383583" y="186938"/>
                </a:moveTo>
                <a:lnTo>
                  <a:pt x="446730" y="258526"/>
                </a:lnTo>
                <a:lnTo>
                  <a:pt x="518808" y="202861"/>
                </a:lnTo>
                <a:lnTo>
                  <a:pt x="500208" y="96870"/>
                </a:lnTo>
                <a:lnTo>
                  <a:pt x="416635" y="87029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secondary_ba_systemic_component_steroid_ring_2"/>
          <p:cNvSpPr/>
          <p:nvPr/>
        </p:nvSpPr>
        <p:spPr>
          <a:xfrm>
            <a:off x="14060195" y="7083651"/>
            <a:ext cx="518808" cy="312607"/>
          </a:xfrm>
          <a:custGeom>
            <a:avLst/>
            <a:gdLst/>
            <a:ahLst/>
            <a:cxnLst/>
            <a:rect l="0" t="0" r="r" b="b"/>
            <a:pathLst>
              <a:path w="518808" h="312607">
                <a:moveTo>
                  <a:pt x="0" y="151430"/>
                </a:moveTo>
                <a:lnTo>
                  <a:pt x="33052" y="51521"/>
                </a:lnTo>
                <a:lnTo>
                  <a:pt x="116378" y="38640"/>
                </a:lnTo>
                <a:lnTo>
                  <a:pt x="166654" y="125669"/>
                </a:lnTo>
                <a:lnTo>
                  <a:pt x="133602" y="225578"/>
                </a:lnTo>
                <a:lnTo>
                  <a:pt x="50275" y="23845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secondary_ba_systemic_component_steroid_ring_3"/>
          <p:cNvSpPr/>
          <p:nvPr/>
        </p:nvSpPr>
        <p:spPr>
          <a:xfrm>
            <a:off x="14060195" y="7083651"/>
            <a:ext cx="518808" cy="312607"/>
          </a:xfrm>
          <a:custGeom>
            <a:avLst/>
            <a:gdLst/>
            <a:ahLst/>
            <a:cxnLst/>
            <a:rect l="0" t="0" r="r" b="b"/>
            <a:pathLst>
              <a:path w="518808" h="312607">
                <a:moveTo>
                  <a:pt x="166654" y="125669"/>
                </a:moveTo>
                <a:lnTo>
                  <a:pt x="133602" y="225578"/>
                </a:lnTo>
                <a:lnTo>
                  <a:pt x="183878" y="312607"/>
                </a:lnTo>
                <a:lnTo>
                  <a:pt x="267205" y="299727"/>
                </a:lnTo>
                <a:lnTo>
                  <a:pt x="300256" y="199818"/>
                </a:lnTo>
                <a:lnTo>
                  <a:pt x="249981" y="112789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secondary_ba_systemic_component_steroid_ring_4"/>
          <p:cNvSpPr/>
          <p:nvPr/>
        </p:nvSpPr>
        <p:spPr>
          <a:xfrm>
            <a:off x="14060195" y="7083651"/>
            <a:ext cx="518808" cy="312607"/>
          </a:xfrm>
          <a:custGeom>
            <a:avLst/>
            <a:gdLst/>
            <a:ahLst/>
            <a:cxnLst/>
            <a:rect l="0" t="0" r="r" b="b"/>
            <a:pathLst>
              <a:path w="518808" h="312607">
                <a:moveTo>
                  <a:pt x="300256" y="199818"/>
                </a:moveTo>
                <a:lnTo>
                  <a:pt x="383583" y="186938"/>
                </a:lnTo>
                <a:lnTo>
                  <a:pt x="416635" y="87029"/>
                </a:lnTo>
                <a:lnTo>
                  <a:pt x="366359" y="0"/>
                </a:lnTo>
                <a:lnTo>
                  <a:pt x="283032" y="12880"/>
                </a:lnTo>
                <a:lnTo>
                  <a:pt x="249981" y="112789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685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809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2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27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Text 871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tIns="0" rIns="1905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>
                <a:solidFill>
                  <a:srgbClr val="8B4B47"/>
                </a:solidFill>
                <a:latin typeface="Times New Roman" panose="02020603050405020304"/>
              </a:rPr>
              <a:t>Representative MAMPs</a:t>
            </a:r>
            <a:endParaRPr sz="1275" b="0" i="1">
              <a:solidFill>
                <a:srgbClr val="8B4B47"/>
              </a:solidFill>
              <a:latin typeface="Times New Roman" panose="02020603050405020304"/>
            </a:endParaRPr>
          </a:p>
        </p:txBody>
      </p:sp>
      <p:sp>
        <p:nvSpPr>
          <p:cNvPr id="874" name="Text 872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5" name="Text 873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Secondary BAs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6" name="Text 874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23364A"/>
                </a:solidFill>
                <a:latin typeface="Times New Roman" panose="02020603050405020304"/>
              </a:rPr>
              <a:t>Indole metabolites</a:t>
            </a:r>
            <a:endParaRPr sz="12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7" name="Text 875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Altered gut microbial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composition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8" name="Text 876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Cohort-dependent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differences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9" name="Text 877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364A"/>
                </a:solidFill>
                <a:latin typeface="Times New Roman" panose="02020603050405020304"/>
              </a:rPr>
              <a:t>Intestinal lumen</a:t>
            </a:r>
            <a:endParaRPr sz="18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0" name="Text 878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Metabolite absorption across a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relatively intact barrier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1" name="Text 879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MAMP uptake and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translocation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2" name="Text 880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Some TMA-producing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taxa ↑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3" name="Text 881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C76A0B"/>
                </a:solidFill>
                <a:latin typeface="Times New Roman" panose="02020603050405020304"/>
              </a:rPr>
              <a:t>TMA</a:t>
            </a:r>
            <a:endParaRPr sz="1390" b="1" i="0">
              <a:solidFill>
                <a:srgbClr val="C76A0B"/>
              </a:solidFill>
              <a:latin typeface="Times New Roman" panose="02020603050405020304"/>
            </a:endParaRPr>
          </a:p>
        </p:txBody>
      </p:sp>
      <p:sp>
        <p:nvSpPr>
          <p:cNvPr id="884" name="Text 882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Intestinal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absorption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5" name="Text 883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Mucosal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capillary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6" name="Text 884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00868A"/>
                </a:solidFill>
                <a:latin typeface="Times New Roman" panose="02020603050405020304"/>
              </a:rPr>
              <a:t>Portal circulation</a:t>
            </a:r>
            <a:endParaRPr sz="1425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7" name="Text 885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LPS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8" name="Molecular marker"/>
          <p:cNvSpPr/>
          <p:nvPr/>
        </p:nvSpPr>
        <p:spPr>
          <a:xfrm>
            <a:off x="9417844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Molecular marker"/>
          <p:cNvSpPr/>
          <p:nvPr/>
        </p:nvSpPr>
        <p:spPr>
          <a:xfrm>
            <a:off x="9417844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Text 893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Peptidoglycan fragments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896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Text 898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Hepatic processing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of metabolites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1" name="Text 899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2" name="Text 900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TMAO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3" name="Text 901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 i="0">
                <a:solidFill>
                  <a:srgbClr val="23364A"/>
                </a:solidFill>
                <a:latin typeface="Times New Roman" panose="02020603050405020304"/>
              </a:rPr>
              <a:t>FMO3</a:t>
            </a:r>
            <a:endParaRPr sz="13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4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Text 904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75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07" name="Text 905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8" name="Text 906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9" name="Text 907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3364A"/>
                </a:solidFill>
                <a:latin typeface="Times New Roman" panose="02020603050405020304"/>
              </a:rPr>
              <a:t>Systemic circulation</a:t>
            </a:r>
            <a:endParaRPr sz="15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0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ext 912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58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15" name="Text 913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6" name="Text 914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7" name="Text 915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 synthesis–related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8" name="Text 916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BA deconjugation–related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9" name="Molecular marker"/>
          <p:cNvSpPr/>
          <p:nvPr/>
        </p:nvSpPr>
        <p:spPr>
          <a:xfrm>
            <a:off x="94249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Molecular marker"/>
          <p:cNvSpPr/>
          <p:nvPr/>
        </p:nvSpPr>
        <p:spPr>
          <a:xfrm>
            <a:off x="94249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Molecular marker"/>
          <p:cNvSpPr/>
          <p:nvPr/>
        </p:nvSpPr>
        <p:spPr>
          <a:xfrm>
            <a:off x="94249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Molecular marker"/>
          <p:cNvSpPr/>
          <p:nvPr/>
        </p:nvSpPr>
        <p:spPr>
          <a:xfrm>
            <a:off x="94202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Text 922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4E5F70"/>
                </a:solidFill>
                <a:latin typeface="Times New Roman" panose="02020603050405020304"/>
              </a:rPr>
              <a:t>Lamina propria</a:t>
            </a:r>
            <a:endParaRPr sz="1350" b="0" i="1">
              <a:solidFill>
                <a:srgbClr val="4E5F70"/>
              </a:solidFill>
              <a:latin typeface="Times New Roman" panose="02020603050405020304"/>
            </a:endParaRPr>
          </a:p>
        </p:txBody>
      </p:sp>
      <p:sp>
        <p:nvSpPr>
          <p:cNvPr id="925" name="Text 923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Active epithelial uptake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6" name="Text 924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254A8"/>
                </a:solidFill>
                <a:latin typeface="Times New Roman" panose="02020603050405020304"/>
              </a:rPr>
              <a:t>(steady state)</a:t>
            </a:r>
            <a:endParaRPr sz="135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7" name="Text 925"/>
          <p:cNvSpPr txBox="1"/>
          <p:nvPr/>
        </p:nvSpPr>
        <p:spPr>
          <a:xfrm>
            <a:off x="9382500" y="518922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Portal route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28" name="Text 926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67D78"/>
                </a:solidFill>
                <a:latin typeface="Times New Roman" panose="02020603050405020304"/>
              </a:rPr>
              <a:t>Lymphatic capillary</a:t>
            </a:r>
            <a:endParaRPr sz="1350" b="1" i="0">
              <a:solidFill>
                <a:srgbClr val="467D78"/>
              </a:solidFill>
              <a:latin typeface="Times New Roman" panose="02020603050405020304"/>
            </a:endParaRPr>
          </a:p>
        </p:txBody>
      </p:sp>
      <p:sp>
        <p:nvSpPr>
          <p:cNvPr id="929" name="Text 927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Lymphatic route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0" name="Text 928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Barrier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1" name="Text 929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82D2A"/>
                </a:solidFill>
                <a:latin typeface="Times New Roman" panose="02020603050405020304"/>
              </a:rPr>
              <a:t>Experimental PH</a:t>
            </a:r>
            <a:endParaRPr sz="135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2" name="Text 930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Goblet cells ↓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3" name="Text 931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Tight-junction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4" name="Text 932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Permeability ↑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5" name="Text 933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82D2A"/>
                </a:solidFill>
                <a:latin typeface="Times New Roman" panose="02020603050405020304"/>
              </a:rPr>
              <a:t>Circulating MAMPs</a:t>
            </a:r>
            <a:endParaRPr sz="142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6" name="Text 934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Microbiota-related metabolites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37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WPS 演示</Application>
  <PresentationFormat>On-screen Show (4:3)</PresentationFormat>
  <Paragraphs>112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creator/>
  <cp:lastModifiedBy>小李</cp:lastModifiedBy>
  <cp:revision>3</cp:revision>
  <dcterms:created xsi:type="dcterms:W3CDTF">2026-10-17T11:26:00Z</dcterms:created>
  <dcterms:modified xsi:type="dcterms:W3CDTF">2026-10-20T08:08:32Z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9043E8D3AB124895A3B32E8308498AED_13</vt:lpwstr>
  </property>
  <property fmtid="{D5CDD505-2E9C-101B-9397-08002B2CF9AE}" pid="3" name="KSOProductBuildVer">
    <vt:lpwstr>2052-12.1.0.29158</vt:lpwstr>
  </property>
</Properties>
</file>